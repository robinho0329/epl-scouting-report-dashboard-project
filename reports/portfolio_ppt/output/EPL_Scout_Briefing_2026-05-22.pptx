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80499" y="228600"/>
            <a:ext cx="482501" cy="584150"/>
          </a:xfrm>
          <a:prstGeom prst="roundRect">
            <a:avLst>
              <a:gd name="adj" fmla="val 189513"/>
            </a:avLst>
          </a:prstGeom>
          <a:solidFill>
            <a:srgbClr val="E94560">
              <a:alpha val="13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45401" y="406301"/>
            <a:ext cx="1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776" y="276225"/>
            <a:ext cx="12959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31번째 정기 미팅 | 09:00 KST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37172" y="276225"/>
            <a:ext cx="1138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금요일 - 주말 전 최종 점검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577679" y="276225"/>
            <a:ext cx="1017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+ P1 11일 연속 미달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99422" y="276225"/>
            <a:ext cx="1398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경고 발동 - 4건 중 0건 달성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8951" y="1725811"/>
            <a:ext cx="8510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8951" y="1928961"/>
            <a:ext cx="8510930" cy="106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900"/>
              </a:spcAft>
              <a:buNone/>
            </a:pPr>
            <a:r>
              <a:rPr lang="en-US" sz="40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
</a:t>
            </a:r>
            <a:pPr algn="l" indent="0" marL="0">
              <a:lnSpc>
                <a:spcPts val="4200"/>
              </a:lnSpc>
              <a:spcAft>
                <a:spcPts val="900"/>
              </a:spcAft>
              <a:buNone/>
            </a:pPr>
            <a:r>
              <a:rPr lang="en-US" sz="4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8951" y="3109764"/>
            <a:ext cx="851093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| </a:t>
            </a:r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2026-05-22 (금)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09693" y="3261122"/>
            <a:ext cx="1453307" cy="1095077"/>
          </a:xfrm>
          <a:prstGeom prst="roundRect">
            <a:avLst>
              <a:gd name="adj" fmla="val 11597"/>
            </a:avLst>
          </a:prstGeom>
          <a:solidFill>
            <a:srgbClr val="E94560">
              <a:alpha val="13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47763" y="3407122"/>
            <a:ext cx="977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평가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47763" y="3565773"/>
            <a:ext cx="97716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47763" y="3921323"/>
            <a:ext cx="9771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7763" y="4076849"/>
            <a:ext cx="977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4.68 → 경고 발동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401" y="4508599"/>
            <a:ext cx="9080599" cy="634901"/>
          </a:xfrm>
          <a:prstGeom prst="rect">
            <a:avLst/>
          </a:prstGeom>
          <a:solidFill>
            <a:srgbClr val="E9456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401" y="4518124"/>
            <a:ext cx="90805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951" y="4757291"/>
            <a:ext cx="7214821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11일입니다. 어제 경고를 발동했습니다. 오늘 저녁 결과 파일이 없으면 평가 4.40 이하입니다.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19256" y="4783187"/>
            <a:ext cx="1166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09:00 KST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03150"/>
            <a:ext cx="87050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현황표 </a:t>
            </a:r>
            <a:pPr algn="l" indent="0" marL="0">
              <a:spcAft>
                <a:spcPts val="900"/>
              </a:spcAft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/ P7 11일 연속 미달 — 오늘 저녁 절대 기한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4800" y="565100"/>
            <a:ext cx="2057400" cy="609451"/>
          </a:xfrm>
          <a:prstGeom prst="roundRect">
            <a:avLst>
              <a:gd name="adj" fmla="val 1250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579388"/>
            <a:ext cx="2057400" cy="0"/>
          </a:xfrm>
          <a:prstGeom prst="line">
            <a:avLst/>
          </a:prstGeom>
          <a:noFill/>
          <a:ln w="28575">
            <a:solidFill>
              <a:srgbClr val="00D2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3715" y="669875"/>
            <a:ext cx="183956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3715" y="974527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(P3, P4, S1)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463701" y="565100"/>
            <a:ext cx="2057549" cy="609451"/>
          </a:xfrm>
          <a:prstGeom prst="roundRect">
            <a:avLst>
              <a:gd name="adj" fmla="val 1250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63701" y="579388"/>
            <a:ext cx="2057549" cy="0"/>
          </a:xfrm>
          <a:prstGeom prst="line">
            <a:avLst/>
          </a:prstGeom>
          <a:noFill/>
          <a:ln w="2857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2615" y="669875"/>
            <a:ext cx="183972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72615" y="974527"/>
            <a:ext cx="18397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(P2, P6, P8, S2)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22750" y="565100"/>
            <a:ext cx="2057400" cy="609451"/>
          </a:xfrm>
          <a:prstGeom prst="roundRect">
            <a:avLst>
              <a:gd name="adj" fmla="val 1250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22750" y="579388"/>
            <a:ext cx="205740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1666" y="669875"/>
            <a:ext cx="183956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31666" y="974527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(P5, S3, S6)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81651" y="565100"/>
            <a:ext cx="2057549" cy="609451"/>
          </a:xfrm>
          <a:prstGeom prst="roundRect">
            <a:avLst>
              <a:gd name="adj" fmla="val 1250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781651" y="579388"/>
            <a:ext cx="2057549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0565" y="669875"/>
            <a:ext cx="183972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90565" y="974527"/>
            <a:ext cx="18397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(P1, P7) 11일 연속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9575" y="1677442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E9456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976" y="1696492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21407" y="1677442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503155" y="1696492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Acc / F1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88815" y="1691729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 / 40.65%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231056" y="1677442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99227" y="1590229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57%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588597" y="1739354"/>
            <a:ext cx="503337" cy="158651"/>
          </a:xfrm>
          <a:prstGeom prst="roundRect">
            <a:avLst>
              <a:gd name="adj" fmla="val 80050"/>
            </a:avLst>
          </a:prstGeom>
          <a:solidFill>
            <a:srgbClr val="E94560">
              <a:alpha val="12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57948" y="1761530"/>
            <a:ext cx="36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11일 연속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95288" y="2009031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8688" y="2028081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21407" y="2009031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503155" y="2028081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88815" y="2009031"/>
            <a:ext cx="1895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0.8877 / 0.96골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231056" y="2009031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99227" y="2013793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0.65 대폭 초과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95288" y="2253407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8688" y="2272457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21407" y="2253407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503155" y="2272457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LogReg AUC / Acc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188815" y="2267694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/ 100%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231056" y="2253407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99227" y="2258169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분류 — 임팩트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95288" y="2497782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58688" y="2516832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21407" y="2497782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503155" y="2516832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/ NDCG@10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188815" y="2512070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0.9987 / 0.9993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231056" y="2497782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99227" y="2502545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— 영입 회의 임팩트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95288" y="2742158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F5A62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58688" y="2761208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21407" y="2742158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2503155" y="2761208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K=3 Silhouette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188815" y="2756446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0.2851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231056" y="2742158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9227" y="2746921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 개선 후 유지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95288" y="2986534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58688" y="3005584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21407" y="2986534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2503155" y="3005584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188815" y="3000821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 / £3.28M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6231056" y="2986534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99227" y="2991296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4단계 활용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09575" y="3318123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E9456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2976" y="3337173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021407" y="3318123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2503155" y="3337173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LGBM R² / MAE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188815" y="3332411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 / 1.16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231056" y="3318123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99227" y="3230910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0.62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588597" y="3380036"/>
            <a:ext cx="503337" cy="158651"/>
          </a:xfrm>
          <a:prstGeom prst="roundRect">
            <a:avLst>
              <a:gd name="adj" fmla="val 80050"/>
            </a:avLst>
          </a:prstGeom>
          <a:solidFill>
            <a:srgbClr val="E94560">
              <a:alpha val="12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657948" y="3402211"/>
            <a:ext cx="36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11일 연속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95288" y="3649712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58688" y="3668762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21407" y="3649712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2503155" y="3668762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188815" y="3664000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 / 88.23% / 80.65%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6231056" y="3649712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899227" y="3654475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플래그 도구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95288" y="3894088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58688" y="3913138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021407" y="3894088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503155" y="3913138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188815" y="3908375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 / 4.66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6231056" y="3894088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899227" y="3898850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v1.2 최우수 — 리허설 1단계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395288" y="4138464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58688" y="4157514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021407" y="4138464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2503155" y="4157514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188815" y="4152751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0.8812 / £3.23M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6231056" y="4138464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899227" y="4143226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v4 포지션별 — 리허설 2단계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95288" y="4382839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F5A62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458688" y="4401889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1021407" y="4382839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2503155" y="4401889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 FW/MID/DEF/GK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188815" y="4397127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0.21/0.23/0.36/0.49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6231056" y="4382839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899227" y="4387602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개선 파일 오전 필수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395288" y="4627215"/>
            <a:ext cx="235595" cy="133350"/>
          </a:xfrm>
          <a:prstGeom prst="roundRect">
            <a:avLst>
              <a:gd name="adj" fmla="val 28571"/>
            </a:avLst>
          </a:prstGeom>
          <a:solidFill>
            <a:srgbClr val="F5A62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58688" y="4646265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1021407" y="4627215"/>
            <a:ext cx="1387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780" dirty="0"/>
          </a:p>
        </p:txBody>
      </p:sp>
      <p:sp>
        <p:nvSpPr>
          <p:cNvPr id="103" name="Text 101"/>
          <p:cNvSpPr/>
          <p:nvPr/>
        </p:nvSpPr>
        <p:spPr>
          <a:xfrm>
            <a:off x="2503155" y="4646265"/>
            <a:ext cx="1570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4188815" y="4641503"/>
            <a:ext cx="1895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 / 61.74% / 75%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6231056" y="4627215"/>
            <a:ext cx="539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899227" y="4631978"/>
            <a:ext cx="1882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활용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04800" y="4711898"/>
            <a:ext cx="8534400" cy="27920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Shape 106"/>
          <p:cNvSpPr/>
          <p:nvPr/>
        </p:nvSpPr>
        <p:spPr>
          <a:xfrm>
            <a:off x="304800" y="4721423"/>
            <a:ext cx="85344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6301" y="4794349"/>
            <a:ext cx="2154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 S1, P4, P6, S2, P8, P3, P2, S3, S6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2696319" y="4794349"/>
            <a:ext cx="2338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미달: P1 54.79% (목표 57%) / P7 R² 0.586 (목표 0.62)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5166271" y="4794349"/>
            <a:ext cx="19116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저녁: train_v5_1.py → train_pipeline.py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177701"/>
            <a:ext cx="8585299" cy="425351"/>
          </a:xfrm>
          <a:prstGeom prst="roundRect">
            <a:avLst>
              <a:gd name="adj" fmla="val 17915"/>
            </a:avLst>
          </a:prstGeom>
          <a:solidFill>
            <a:srgbClr val="E94560">
              <a:alpha val="15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101" y="33962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552" y="309414"/>
            <a:ext cx="7131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어제(05-21) 달성 0건 / 미달 4건 — 달성률 0% / 경고 발동 적용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22704" y="285601"/>
            <a:ext cx="845195" cy="209550"/>
          </a:xfrm>
          <a:prstGeom prst="roundRect">
            <a:avLst>
              <a:gd name="adj" fmla="val 12121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49654" y="323701"/>
            <a:ext cx="6031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-0.18 급락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9350" y="730002"/>
            <a:ext cx="6578798" cy="793403"/>
          </a:xfrm>
          <a:prstGeom prst="roundRect">
            <a:avLst>
              <a:gd name="adj" fmla="val 9604"/>
            </a:avLst>
          </a:prstGeom>
          <a:solidFill>
            <a:srgbClr val="E94560">
              <a:alpha val="7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826" y="8283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710" y="871240"/>
            <a:ext cx="86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5927" y="828377"/>
            <a:ext cx="54232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미실행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5927" y="996553"/>
            <a:ext cx="54232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P7 R² ≥ 0.62 / P1 Acc ≥ 57%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5927" y="1142554"/>
            <a:ext cx="54232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P7 R² 0.586 / P1 Acc 54.79% — 로컬 PC 미가동 / dev_result 없음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5927" y="1301204"/>
            <a:ext cx="54232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11일 연속 미달 — 오늘 저녁 절대 기한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64312" y="828377"/>
            <a:ext cx="557361" cy="161925"/>
          </a:xfrm>
          <a:prstGeom prst="roundRect">
            <a:avLst>
              <a:gd name="adj" fmla="val 78431"/>
            </a:avLst>
          </a:prstGeom>
          <a:solidFill>
            <a:srgbClr val="E945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0512" y="847427"/>
            <a:ext cx="4130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-0.15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9350" y="1612255"/>
            <a:ext cx="6578798" cy="793403"/>
          </a:xfrm>
          <a:prstGeom prst="roundRect">
            <a:avLst>
              <a:gd name="adj" fmla="val 9604"/>
            </a:avLst>
          </a:prstGeom>
          <a:solidFill>
            <a:srgbClr val="E94560">
              <a:alpha val="7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826" y="17106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710" y="1753493"/>
            <a:ext cx="86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927" y="1710630"/>
            <a:ext cx="5629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 파일 미생성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5927" y="1878806"/>
            <a:ext cx="5629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오전 파일 생성 완료 / FW Silhouette 0.25 달성 방안 명시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5927" y="2024807"/>
            <a:ext cx="5629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파일 없음 — 3일 연속 미달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5927" y="2183457"/>
            <a:ext cx="56296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완료 필수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66718" y="1710630"/>
            <a:ext cx="354955" cy="133350"/>
          </a:xfrm>
          <a:prstGeom prst="roundRect">
            <a:avLst>
              <a:gd name="adj" fmla="val 95238"/>
            </a:avLst>
          </a:prstGeom>
          <a:solidFill>
            <a:srgbClr val="E945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2918" y="1729680"/>
            <a:ext cx="2066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9350" y="2494508"/>
            <a:ext cx="6578798" cy="793403"/>
          </a:xfrm>
          <a:prstGeom prst="roundRect">
            <a:avLst>
              <a:gd name="adj" fmla="val 9604"/>
            </a:avLst>
          </a:prstGeom>
          <a:solidFill>
            <a:srgbClr val="E94560">
              <a:alpha val="7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5826" y="259288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710" y="2635746"/>
            <a:ext cx="86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927" y="2592884"/>
            <a:ext cx="5471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2일차 산출물 없음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5927" y="2761059"/>
            <a:ext cx="54710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S1→S2→P8→P6→S6 발표 완결 / Q&amp;A 3개 대응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45927" y="2907060"/>
            <a:ext cx="54710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별도 산출물 없음 — demo_script_draft.md 기존 파일만 존재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5927" y="3065711"/>
            <a:ext cx="54710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 최종 완결로 전환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11193" y="2592884"/>
            <a:ext cx="510480" cy="161925"/>
          </a:xfrm>
          <a:prstGeom prst="roundRect">
            <a:avLst>
              <a:gd name="adj" fmla="val 78431"/>
            </a:avLst>
          </a:prstGeom>
          <a:solidFill>
            <a:srgbClr val="E945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87393" y="2611934"/>
            <a:ext cx="3652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+/-0 이월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85099" y="730002"/>
            <a:ext cx="1879550" cy="1206401"/>
          </a:xfrm>
          <a:prstGeom prst="roundRect">
            <a:avLst>
              <a:gd name="adj" fmla="val 8422"/>
            </a:avLst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41183" y="901452"/>
            <a:ext cx="1567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달성률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83685" y="1085552"/>
            <a:ext cx="259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963900" y="1282452"/>
            <a:ext cx="201597" cy="26030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41183" y="1593503"/>
            <a:ext cx="15673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 달성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85099" y="2037904"/>
            <a:ext cx="1879550" cy="1304479"/>
          </a:xfrm>
          <a:prstGeom prst="roundRect">
            <a:avLst>
              <a:gd name="adj" fmla="val 584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12050" y="2152204"/>
            <a:ext cx="16581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발동 내역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12050" y="2339429"/>
            <a:ext cx="711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11일 연속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6271" y="2348954"/>
            <a:ext cx="236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-0.15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12050" y="2523530"/>
            <a:ext cx="739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 3일 미달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06271" y="2533055"/>
            <a:ext cx="236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2050" y="2707630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506271" y="2717155"/>
            <a:ext cx="236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-0.18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12050" y="2891730"/>
            <a:ext cx="1625650" cy="336352"/>
          </a:xfrm>
          <a:prstGeom prst="roundRect">
            <a:avLst>
              <a:gd name="adj" fmla="val 18879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70279" y="2974181"/>
            <a:ext cx="302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43093" y="2978944"/>
            <a:ext cx="116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33593" y="2955131"/>
            <a:ext cx="3527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79350" y="4534049"/>
            <a:ext cx="8585299" cy="48250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98400" y="4534049"/>
            <a:ext cx="0" cy="482501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850" y="4622899"/>
            <a:ext cx="8407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"11일입니다. 어제 경고를 발동했고 오늘 반영합니다. 4.50. 오늘 저녁 결과 파일이 없으면 평가는 4.40 이하입니다. 주말이 시작됩니다. 오늘이 마지막입니다."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05002" y="4803874"/>
            <a:ext cx="84072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8636198" cy="374452"/>
          </a:xfrm>
          <a:prstGeom prst="roundRect">
            <a:avLst>
              <a:gd name="adj" fmla="val 16958"/>
            </a:avLst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652" y="285601"/>
            <a:ext cx="6925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3가지 완결 시 4.50 → 4.78 예상 | 오전 S3 파일 → 오후 리허설 → 저녁 P7+P1 로컬 학습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41840" y="260300"/>
            <a:ext cx="1351508" cy="183952"/>
          </a:xfrm>
          <a:prstGeom prst="roundRect">
            <a:avLst>
              <a:gd name="adj" fmla="val 6904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43341" y="285601"/>
            <a:ext cx="1171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결과 없으면 4.40 이하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3901" y="666452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오늘(05-22) 액션아이템 Top 3 — 금요일 주말 전 마지막 기회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028402"/>
            <a:ext cx="2811066" cy="3360986"/>
          </a:xfrm>
          <a:prstGeom prst="roundRect">
            <a:avLst>
              <a:gd name="adj" fmla="val 3163"/>
            </a:avLst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2552" y="1174403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2552" y="1428304"/>
            <a:ext cx="254363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즉시 실행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2552" y="1624608"/>
            <a:ext cx="2493764" cy="158651"/>
          </a:xfrm>
          <a:prstGeom prst="roundRect">
            <a:avLst>
              <a:gd name="adj" fmla="val 64040"/>
            </a:avLst>
          </a:prstGeom>
          <a:solidFill>
            <a:srgbClr val="E94560">
              <a:alpha val="12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477" y="1646783"/>
            <a:ext cx="239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11일 연속 미달 — 오늘 저녁 절대 기한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12552" y="1834009"/>
            <a:ext cx="2543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 (로컬 PC 반드시 가동)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2552" y="2008584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순서: train_v5_1.py → train_pipeline.py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2552" y="2192685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추가 피처: lag3_rating, delta_lag1_2, delta_lag2_3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2552" y="2376785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개선: D클래스 가중치 + H2H 무승부 비율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2552" y="2586186"/>
            <a:ext cx="2493764" cy="253901"/>
          </a:xfrm>
          <a:prstGeom prst="roundRect">
            <a:avLst>
              <a:gd name="adj" fmla="val 20008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927" y="2646462"/>
            <a:ext cx="23429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(현 0.586) / P1 Acc ≥ 57% (현 54.79%)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2552" y="2890838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2026-05-22 저녁 — 주말 전 push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2552" y="3074938"/>
            <a:ext cx="2493764" cy="152400"/>
          </a:xfrm>
          <a:prstGeom prst="roundRect">
            <a:avLst>
              <a:gd name="adj" fmla="val 83333"/>
            </a:avLst>
          </a:prstGeom>
          <a:solidFill>
            <a:srgbClr val="00D26A">
              <a:alpha val="12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277" y="3103513"/>
            <a:ext cx="2368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+0.18 (P7 +0.10 / P1 +0.08)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66467" y="1028402"/>
            <a:ext cx="2811066" cy="3360986"/>
          </a:xfrm>
          <a:prstGeom prst="roundRect">
            <a:avLst>
              <a:gd name="adj" fmla="val 3163"/>
            </a:avLst>
          </a:prstGeom>
          <a:solidFill>
            <a:srgbClr val="F5A623">
              <a:alpha val="6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25118" y="1174403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25118" y="1428304"/>
            <a:ext cx="254363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 개선 방향 파일 생성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25118" y="1624608"/>
            <a:ext cx="2543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25118" y="1799183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생성: reports/s3_fw_improvement_plan.md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25118" y="1983284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FW Silhouette 0.2085 (목표 0.25)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25118" y="2167384"/>
            <a:ext cx="2543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피처: dribbles_completed_pct / pressures_att_3rd / shots_on_target_pct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25118" y="2484834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기준 및 K=5 대안 포함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25118" y="2694236"/>
            <a:ext cx="2493764" cy="253901"/>
          </a:xfrm>
          <a:prstGeom prst="roundRect">
            <a:avLst>
              <a:gd name="adj" fmla="val 20008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23493" y="2754511"/>
            <a:ext cx="23429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 + GitHub Actions 실행 가능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5118" y="2998887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2026-05-22 오전 세션 중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25118" y="3182987"/>
            <a:ext cx="2493764" cy="152400"/>
          </a:xfrm>
          <a:prstGeom prst="roundRect">
            <a:avLst>
              <a:gd name="adj" fmla="val 83333"/>
            </a:avLst>
          </a:prstGeom>
          <a:solidFill>
            <a:srgbClr val="00D26A">
              <a:alpha val="12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10843" y="3211562"/>
            <a:ext cx="2368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4.53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79034" y="1028402"/>
            <a:ext cx="2811066" cy="3360986"/>
          </a:xfrm>
          <a:prstGeom prst="roundRect">
            <a:avLst>
              <a:gd name="adj" fmla="val 3163"/>
            </a:avLst>
          </a:prstGeom>
          <a:solidFill>
            <a:srgbClr val="0F3460">
              <a:alpha val="60000"/>
            </a:srgbClr>
          </a:solidFill>
          <a:ln w="19050">
            <a:solidFill>
              <a:srgbClr val="0F34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7684" y="1174403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🥉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7684" y="1428304"/>
            <a:ext cx="254363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 — 금요일 최종본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37684" y="1624608"/>
            <a:ext cx="2543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37684" y="1799183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흐름: S1 → S2 → P8 → P6 → S6 (5분)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37684" y="1983284"/>
            <a:ext cx="2543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대응: "위험 플래그 도구. AUC 0.66은 랜덤 대비 유의미."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37684" y="2300734"/>
            <a:ext cx="2543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Q&amp;A: (1) P1 낮은 이유 (2) P7 R² 미달 시 대안 (3) AUC 0.66 영입 결정 여부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37684" y="2643485"/>
            <a:ext cx="2493764" cy="253901"/>
          </a:xfrm>
          <a:prstGeom prst="roundRect">
            <a:avLst>
              <a:gd name="adj" fmla="val 20008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36060" y="2703761"/>
            <a:ext cx="23429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demo_script 완성 / Q&amp;A 3개 대응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37684" y="2948136"/>
            <a:ext cx="2543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2026-05-22 오후 세션 중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37684" y="3132237"/>
            <a:ext cx="2493764" cy="152400"/>
          </a:xfrm>
          <a:prstGeom prst="roundRect">
            <a:avLst>
              <a:gd name="adj" fmla="val 83333"/>
            </a:avLst>
          </a:prstGeom>
          <a:solidFill>
            <a:srgbClr val="00D26A">
              <a:alpha val="12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23409" y="3160812"/>
            <a:ext cx="2368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 → 4.60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53901" y="4389388"/>
            <a:ext cx="8636198" cy="75411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253901" y="4394150"/>
            <a:ext cx="863619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841" y="455399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A623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50391" y="4719042"/>
            <a:ext cx="181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23447" y="4880967"/>
            <a:ext cx="831738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생성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297781" y="4691807"/>
            <a:ext cx="1558677" cy="1905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351609" y="450041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A623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326309" y="4665464"/>
            <a:ext cx="181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897050" y="4827389"/>
            <a:ext cx="103621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973860" y="4691807"/>
            <a:ext cx="1558826" cy="1905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832723" y="455399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807273" y="4719042"/>
            <a:ext cx="181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77181" y="4880967"/>
            <a:ext cx="638035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로컬 학습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259711" y="4691807"/>
            <a:ext cx="1558677" cy="1905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227219" y="455399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0D26A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145066" y="4719042"/>
            <a:ext cx="2970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전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860706" y="4880967"/>
            <a:ext cx="860125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push → 4.78 예상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</a:t>
            </a:r>
            <a:pPr algn="l" indent="0" marL="0">
              <a:spcAft>
                <a:spcPts val="9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발동 ▼ -0.18 급락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53901" y="520601"/>
            <a:ext cx="2539901" cy="2332732"/>
          </a:xfrm>
          <a:prstGeom prst="roundRect">
            <a:avLst>
              <a:gd name="adj" fmla="val 4355"/>
            </a:avLst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1610" y="692051"/>
            <a:ext cx="636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종합 평가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4296" y="876151"/>
            <a:ext cx="10589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57821" y="1108025"/>
            <a:ext cx="403345" cy="30152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0652" y="1485751"/>
            <a:ext cx="2146399" cy="126950"/>
          </a:xfrm>
          <a:prstGeom prst="roundRect">
            <a:avLst>
              <a:gd name="adj" fmla="val 50020"/>
            </a:avLst>
          </a:prstGeom>
          <a:solidFill>
            <a:srgbClr val="0D1117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177" y="1495276"/>
            <a:ext cx="1914525" cy="107900"/>
          </a:xfrm>
          <a:prstGeom prst="roundRect">
            <a:avLst>
              <a:gd name="adj" fmla="val 5885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652" y="1726853"/>
            <a:ext cx="2146399" cy="441127"/>
          </a:xfrm>
          <a:prstGeom prst="roundRect">
            <a:avLst>
              <a:gd name="adj" fmla="val 14395"/>
            </a:avLst>
          </a:prstGeom>
          <a:solidFill>
            <a:srgbClr val="E94560">
              <a:alpha val="1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434" y="1799779"/>
            <a:ext cx="1962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-0.18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434" y="1971229"/>
            <a:ext cx="19628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4.68 → 경고 발동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0652" y="2244179"/>
            <a:ext cx="218932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-0.15 : P7/P1 11일 연속 미달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0652" y="2377380"/>
            <a:ext cx="218932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-0.03 : S3 파일 3일 연속 미달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0652" y="2548682"/>
            <a:ext cx="218932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결과 없으면 4.40 이하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0752" y="520601"/>
            <a:ext cx="5969347" cy="2332732"/>
          </a:xfrm>
          <a:prstGeom prst="roundRect">
            <a:avLst>
              <a:gd name="adj" fmla="val 435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73152" y="647551"/>
            <a:ext cx="5777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점수 시뮬레이션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49352" y="1161752"/>
            <a:ext cx="3582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(오늘 기준)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799621" y="1176040"/>
            <a:ext cx="723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655338" y="1176040"/>
            <a:ext cx="1006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149352" y="1418927"/>
            <a:ext cx="3582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계획 파일 생성 (오전)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799621" y="1433215"/>
            <a:ext cx="723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655338" y="1433215"/>
            <a:ext cx="1006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4.53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149352" y="1676102"/>
            <a:ext cx="3582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 (오후)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799621" y="1690390"/>
            <a:ext cx="723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655338" y="1690390"/>
            <a:ext cx="1006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149352" y="1933277"/>
            <a:ext cx="3582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R² ≥ 0.62 달성 (저녁)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799621" y="1947565"/>
            <a:ext cx="723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655338" y="1947565"/>
            <a:ext cx="1006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149352" y="2190452"/>
            <a:ext cx="3582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달성 (저녁)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799621" y="2204740"/>
            <a:ext cx="723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655338" y="2204740"/>
            <a:ext cx="1006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4.78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253901" y="2967633"/>
            <a:ext cx="8636198" cy="1060847"/>
          </a:xfrm>
          <a:prstGeom prst="roundRect">
            <a:avLst>
              <a:gd name="adj" fmla="val 957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6301" y="3081933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— 7단계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0907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31366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3283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54441" y="3700909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 오전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61992" y="3815209"/>
            <a:ext cx="5915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1509415" y="3418433"/>
            <a:ext cx="101501" cy="1905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35522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35981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67898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959205" y="3700909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 오후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868881" y="3815209"/>
            <a:ext cx="58733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최종 완결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714179" y="3418433"/>
            <a:ext cx="101501" cy="1905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240286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40745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72662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163820" y="3700909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 저녁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3149246" y="3815209"/>
            <a:ext cx="43583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918793" y="3418433"/>
            <a:ext cx="101501" cy="1905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444901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545360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77277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4.78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368583" y="3700909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 저녁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330178" y="3815209"/>
            <a:ext cx="48334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123557" y="3418433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49664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20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750123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682041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4.84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692515" y="3700909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내주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485302" y="3815209"/>
            <a:ext cx="5826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 ≥ 0.25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328172" y="3418433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854279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20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954738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886655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897130" y="3700909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609914" y="3815209"/>
            <a:ext cx="74278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 성공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7532936" y="3418433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059043" y="33041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20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159502" y="337869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091419" y="3596134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101894" y="3700909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842761" y="3815209"/>
            <a:ext cx="68661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성공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253901" y="4129980"/>
            <a:ext cx="8636198" cy="625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272951" y="4129980"/>
            <a:ext cx="0" cy="62537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401" y="4218831"/>
            <a:ext cx="84591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"11일입니다. 지난 3주 동안 쌓아온 16개 페이지, 12개 모델 — P7과 P1 두 개 미달로 포트폴리오 완성도를 떨어뜨리고 있습니다. S3 파일은 오전에, 리허설은 오후에, 저녁에 반드시 로컬 PC를 켜십시오. 오늘 저녁 결과가 없으면 평가는 4.40 이하입니다."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78535" y="4542681"/>
            <a:ext cx="84591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16페이지 운영 중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53901" y="520601"/>
            <a:ext cx="2811066" cy="755303"/>
          </a:xfrm>
          <a:prstGeom prst="roundRect">
            <a:avLst>
              <a:gd name="adj" fmla="val 1177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3901" y="539651"/>
            <a:ext cx="2811066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238" y="660202"/>
            <a:ext cx="255639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1238" y="1041053"/>
            <a:ext cx="2556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166467" y="520601"/>
            <a:ext cx="2811066" cy="755303"/>
          </a:xfrm>
          <a:prstGeom prst="roundRect">
            <a:avLst>
              <a:gd name="adj" fmla="val 1177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66467" y="539651"/>
            <a:ext cx="2811066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3805" y="660202"/>
            <a:ext cx="255639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3805" y="1041053"/>
            <a:ext cx="2556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(S1, P4, P6, S2, P8, P3, P2, S3, S6)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79034" y="520601"/>
            <a:ext cx="2811066" cy="755303"/>
          </a:xfrm>
          <a:prstGeom prst="roundRect">
            <a:avLst>
              <a:gd name="adj" fmla="val 1177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9034" y="539651"/>
            <a:ext cx="2811066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6371" y="660202"/>
            <a:ext cx="255639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06371" y="1041053"/>
            <a:ext cx="2556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업데이트 예정 (P1, P7)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3901" y="1390204"/>
            <a:ext cx="6108948" cy="3089970"/>
          </a:xfrm>
          <a:prstGeom prst="roundRect">
            <a:avLst>
              <a:gd name="adj" fmla="val 287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6301" y="1504504"/>
            <a:ext cx="5920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5단계 핵심 페이지 — 오늘 오후 최종 완결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6301" y="171405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310" y="1763167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98302" y="1714054"/>
            <a:ext cx="5622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98302" y="1847404"/>
            <a:ext cx="5622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 — 영입 후보 전체 랭킹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6301" y="202197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310" y="2071092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8302" y="2021979"/>
            <a:ext cx="5622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8302" y="2155329"/>
            <a:ext cx="5622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 — 저평가 선수 탐색 (S1+S2: 30초 정량화)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06301" y="23299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310" y="2379018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8302" y="2329904"/>
            <a:ext cx="4747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8302" y="2463254"/>
            <a:ext cx="47475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/ F1 88.23% — 이적 후 적응 리스크 평가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6301" y="263783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310" y="2686943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8302" y="2637830"/>
            <a:ext cx="5622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98302" y="2771180"/>
            <a:ext cx="5622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 — 가치 검증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06301" y="29457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310" y="2994868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8302" y="2945755"/>
            <a:ext cx="5622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선수 하락세 감지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698302" y="3079105"/>
            <a:ext cx="5622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 — 타깃 선수 컨디션 추세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6301" y="3279130"/>
            <a:ext cx="2863900" cy="349151"/>
          </a:xfrm>
          <a:prstGeom prst="roundRect">
            <a:avLst>
              <a:gd name="adj" fmla="val 18187"/>
            </a:avLst>
          </a:prstGeom>
          <a:solidFill>
            <a:srgbClr val="F5A623">
              <a:alpha val="7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4676" y="3339405"/>
            <a:ext cx="2720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4676" y="3472755"/>
            <a:ext cx="2720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46400" y="3279130"/>
            <a:ext cx="2864048" cy="349151"/>
          </a:xfrm>
          <a:prstGeom prst="roundRect">
            <a:avLst>
              <a:gd name="adj" fmla="val 18187"/>
            </a:avLst>
          </a:prstGeom>
          <a:solidFill>
            <a:srgbClr val="F5A623">
              <a:alpha val="7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44776" y="3339405"/>
            <a:ext cx="27206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44776" y="3472755"/>
            <a:ext cx="2720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/ NDCG@10 0.9993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477149" y="1390204"/>
            <a:ext cx="2412950" cy="2066181"/>
          </a:xfrm>
          <a:prstGeom prst="roundRect">
            <a:avLst>
              <a:gd name="adj" fmla="val 4917"/>
            </a:avLst>
          </a:prstGeom>
          <a:solidFill>
            <a:srgbClr val="0F346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48599" y="1536204"/>
            <a:ext cx="21114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앱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48599" y="1720304"/>
            <a:ext cx="211145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epl-scouting-report-dashboard-project-ffyb8msh6uafxyyg8txsm8.streamlit.app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48599" y="2045047"/>
            <a:ext cx="21114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GitHub: robinho0329/EPL-scouting-report-dashboard-project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381156" y="2551361"/>
            <a:ext cx="6046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플레이스홀더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149" y="3557885"/>
            <a:ext cx="2412950" cy="922288"/>
          </a:xfrm>
          <a:prstGeom prst="roundRect">
            <a:avLst>
              <a:gd name="adj" fmla="val 9639"/>
            </a:avLst>
          </a:prstGeom>
          <a:solidFill>
            <a:srgbClr val="E94560">
              <a:alpha val="7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23149" y="3678436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업데이트 예정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623149" y="3862536"/>
            <a:ext cx="216336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학습 → R² 0.62 달성 시 "성장 곡선 + P8 이적" 연계 스토리 완성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623149" y="4111079"/>
            <a:ext cx="216336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학습 → Acc 57% 달성 시 영입 회의 완전한 시스템 (16개 완전체)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53901" y="4581674"/>
            <a:ext cx="8636198" cy="434876"/>
          </a:xfrm>
          <a:prstGeom prst="roundRect">
            <a:avLst>
              <a:gd name="adj" fmla="val 1752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31602" y="47483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96503" y="4670524"/>
            <a:ext cx="896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(세션 중)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96503" y="4803874"/>
            <a:ext cx="8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생성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93255" y="473243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625775" y="47483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790676" y="4670524"/>
            <a:ext cx="11631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(세션 중)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790676" y="4803874"/>
            <a:ext cx="1163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49068" y="473243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81439" y="47483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246340" y="4670524"/>
            <a:ext cx="1055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(로컬 PC)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246340" y="4803874"/>
            <a:ext cx="1055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학습 실행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799213" y="473243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431584" y="474836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596485" y="4670524"/>
            <a:ext cx="11382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전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596485" y="4803874"/>
            <a:ext cx="11382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완전체 (4.78 예상)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2026-05-22T00:35:44Z</dcterms:created>
  <dcterms:modified xsi:type="dcterms:W3CDTF">2026-05-22T00:35:44Z</dcterms:modified>
</cp:coreProperties>
</file>