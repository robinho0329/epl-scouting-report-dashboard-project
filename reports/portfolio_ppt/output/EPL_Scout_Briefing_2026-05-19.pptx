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32899" y="228600"/>
            <a:ext cx="584150" cy="634901"/>
          </a:xfrm>
          <a:prstGeom prst="roundRect">
            <a:avLst>
              <a:gd name="adj" fmla="val 8696"/>
            </a:avLst>
          </a:prstGeom>
          <a:solidFill>
            <a:srgbClr val="1A1A2E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93782" y="474613"/>
            <a:ext cx="267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5677" y="1284089"/>
            <a:ext cx="12197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884462" y="1274564"/>
            <a:ext cx="12215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28번째 정기 미팅 | 09:00 KST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355032" y="1274564"/>
            <a:ext cx="9140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D-1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17302" y="1582489"/>
            <a:ext cx="7707883" cy="102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</a:t>
            </a:r>
            <a:endParaRPr lang="en-US" sz="3800" dirty="0"/>
          </a:p>
          <a:p>
            <a:pPr algn="l" indent="0" marL="0">
              <a:lnSpc>
                <a:spcPts val="4028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3800" dirty="0"/>
          </a:p>
          <a:p>
            <a:pPr algn="l" indent="0" marL="0">
              <a:lnSpc>
                <a:spcPts val="4028"/>
              </a:lnSpc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7302" y="2707035"/>
            <a:ext cx="634901" cy="38100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7302" y="2872085"/>
            <a:ext cx="893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5362" y="2872085"/>
            <a:ext cx="10052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2026-05-19 (화)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7302" y="3230761"/>
            <a:ext cx="7556748" cy="304800"/>
          </a:xfrm>
          <a:prstGeom prst="roundRect">
            <a:avLst>
              <a:gd name="adj" fmla="val 16667"/>
            </a:avLst>
          </a:prstGeom>
          <a:solidFill>
            <a:srgbClr val="E94560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302" y="3235523"/>
            <a:ext cx="7556748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9287" y="3230761"/>
            <a:ext cx="0" cy="30480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302" y="3530798"/>
            <a:ext cx="7556748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352" y="3230761"/>
            <a:ext cx="0" cy="3048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002" y="3316486"/>
            <a:ext cx="7374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8일입니다 — demo_script_draft.md 즉시 완성 / P8 코드 오전 / 로컬 학습 저녁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5677" y="3764012"/>
            <a:ext cx="11728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| 09:00 KST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851124" y="3754487"/>
            <a:ext cx="17714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· Marcus Webb Analytics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105031" y="3990082"/>
            <a:ext cx="912019" cy="924818"/>
          </a:xfrm>
          <a:prstGeom prst="roundRect">
            <a:avLst>
              <a:gd name="adj" fmla="val 12533"/>
            </a:avLst>
          </a:prstGeom>
          <a:solidFill>
            <a:srgbClr val="1A1A2E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83693" y="4097982"/>
            <a:ext cx="5546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평점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283693" y="4237583"/>
            <a:ext cx="55469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83693" y="4530775"/>
            <a:ext cx="5546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83693" y="4683175"/>
            <a:ext cx="5546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4.60 하락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901" y="228451"/>
            <a:ext cx="51258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 </a:t>
            </a:r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P1·P7 8일 연속 미달 / 오늘 저녁 로컬 학습 종결 예정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1307" y="250775"/>
            <a:ext cx="808434" cy="183952"/>
          </a:xfrm>
          <a:prstGeom prst="roundRect">
            <a:avLst>
              <a:gd name="adj" fmla="val 110463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2333" y="285601"/>
            <a:ext cx="598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최우수 3개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043142" y="250775"/>
            <a:ext cx="643533" cy="183952"/>
          </a:xfrm>
          <a:prstGeom prst="roundRect">
            <a:avLst>
              <a:gd name="adj" fmla="val 110463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54168" y="285601"/>
            <a:ext cx="429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 4개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750076" y="250775"/>
            <a:ext cx="538311" cy="183952"/>
          </a:xfrm>
          <a:prstGeom prst="roundRect">
            <a:avLst>
              <a:gd name="adj" fmla="val 110463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61102" y="285601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 3개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351788" y="250775"/>
            <a:ext cx="538311" cy="183952"/>
          </a:xfrm>
          <a:prstGeom prst="roundRect">
            <a:avLst>
              <a:gd name="adj" fmla="val 110463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62814" y="285601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211107" y="791914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(8일)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211107" y="1010989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211107" y="1230064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최우수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11107" y="1449139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최우수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11107" y="1668214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11107" y="1887289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211107" y="2106364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(8일)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211107" y="2325439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11107" y="2544514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최우수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11107" y="2763589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211107" y="2982664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211107" y="3201739"/>
            <a:ext cx="5959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53901" y="4737497"/>
            <a:ext cx="8636198" cy="304502"/>
          </a:xfrm>
          <a:prstGeom prst="roundRect">
            <a:avLst>
              <a:gd name="adj" fmla="val 20854"/>
            </a:avLst>
          </a:prstGeom>
          <a:solidFill>
            <a:srgbClr val="161B22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0376" y="4832598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09786" y="4832598"/>
            <a:ext cx="58256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Acc 54.79% (목표 57%) / </a:t>
            </a:r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R² 0.586 (목표 0.62) — 코드 준비 완료, 오늘 저녁 로컬 PC 실행만 남음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824365" y="4797772"/>
            <a:ext cx="1929259" cy="183952"/>
          </a:xfrm>
          <a:prstGeom prst="roundRect">
            <a:avLst>
              <a:gd name="adj" fmla="val 62136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48190" y="4832598"/>
            <a:ext cx="17152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9개: S1·P4·P6·S2·P8·P3·P2·S3·S6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8100"/>
            <a:ext cx="9144000" cy="301228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7701" y="107752"/>
            <a:ext cx="22451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미달 — 오늘(05-19) 반드시 종결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126802"/>
            <a:ext cx="10978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어제(05-18) 달성·미달 현황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061275" y="101501"/>
            <a:ext cx="905024" cy="174427"/>
          </a:xfrm>
          <a:prstGeom prst="roundRect">
            <a:avLst>
              <a:gd name="adj" fmla="val 65529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5575" y="126802"/>
            <a:ext cx="6899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0 / 4 (0%)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9350" y="466130"/>
            <a:ext cx="3401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어제(05-18) 달성·미달 현황 </a:t>
            </a:r>
            <a:pPr algn="l"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4개 항목 전부 미달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776" y="551855"/>
            <a:ext cx="12534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평점 4.60 → 4.55 </a:t>
            </a:r>
            <a:pPr algn="l" indent="0" marL="0">
              <a:buNone/>
            </a:pPr>
            <a:r>
              <a:rPr lang="en-US" sz="7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9350" y="796230"/>
            <a:ext cx="4241899" cy="1808708"/>
          </a:xfrm>
          <a:prstGeom prst="roundRect">
            <a:avLst>
              <a:gd name="adj" fmla="val 5617"/>
            </a:avLst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9350" y="815280"/>
            <a:ext cx="4241899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725" y="796230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350" y="2595414"/>
            <a:ext cx="42418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875" y="796230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5516" y="821680"/>
            <a:ext cx="719733" cy="142875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44367" y="840730"/>
            <a:ext cx="552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미생성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0800" y="9612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000" y="1037481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4451" y="977801"/>
            <a:ext cx="1421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44451" y="1104751"/>
            <a:ext cx="1421044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 스크립트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0800" y="1329482"/>
            <a:ext cx="3898999" cy="1129457"/>
          </a:xfrm>
          <a:prstGeom prst="roundRect">
            <a:avLst>
              <a:gd name="adj" fmla="val 449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2301" y="1392882"/>
            <a:ext cx="3769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reports/portfolio_ppt/demo_script_draft.md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52301" y="1526232"/>
            <a:ext cx="37699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5분 흐름 5장 / 데이터 불필요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이 세션에서 즉시 실행 가능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622750" y="796230"/>
            <a:ext cx="4241899" cy="1808708"/>
          </a:xfrm>
          <a:prstGeom prst="roundRect">
            <a:avLst>
              <a:gd name="adj" fmla="val 5617"/>
            </a:avLst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22750" y="815280"/>
            <a:ext cx="4241899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5125" y="796230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2750" y="2595414"/>
            <a:ext cx="42418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2275" y="796230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75116" y="821680"/>
            <a:ext cx="643533" cy="142875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63967" y="840730"/>
            <a:ext cx="475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미달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94200" y="9612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70400" y="1037481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87851" y="977801"/>
            <a:ext cx="984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187851" y="1104751"/>
            <a:ext cx="984150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학습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94200" y="1329482"/>
            <a:ext cx="3898999" cy="1129457"/>
          </a:xfrm>
          <a:prstGeom prst="roundRect">
            <a:avLst>
              <a:gd name="adj" fmla="val 449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95701" y="1392882"/>
            <a:ext cx="3769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python models/p7_growth_curve/train_v5_1.py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895701" y="1526232"/>
            <a:ext cx="37699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R² 0.586 (목표 대비 -0.034)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로컬 PC 실행 예정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79350" y="2706439"/>
            <a:ext cx="4241899" cy="1808708"/>
          </a:xfrm>
          <a:prstGeom prst="roundRect">
            <a:avLst>
              <a:gd name="adj" fmla="val 5617"/>
            </a:avLst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279350" y="2725489"/>
            <a:ext cx="4241899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11725" y="2706439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9350" y="4505623"/>
            <a:ext cx="42418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8875" y="2706439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1716" y="2731889"/>
            <a:ext cx="643533" cy="142875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820567" y="2750939"/>
            <a:ext cx="475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미달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50800" y="28714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7000" y="2947690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4451" y="2888010"/>
            <a:ext cx="8335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4451" y="3014960"/>
            <a:ext cx="833560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로컬 재학습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0800" y="3239691"/>
            <a:ext cx="3898999" cy="1129457"/>
          </a:xfrm>
          <a:prstGeom prst="roundRect">
            <a:avLst>
              <a:gd name="adj" fmla="val 449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52301" y="3303091"/>
            <a:ext cx="3769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python models/p1_match_result/train_pipeline.py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52301" y="3436441"/>
            <a:ext cx="37699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Acc 54.79% (목표 대비 -2.21%p)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완료 후 오늘 저녁 순서대로 실행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622750" y="2706439"/>
            <a:ext cx="4241899" cy="1808708"/>
          </a:xfrm>
          <a:prstGeom prst="roundRect">
            <a:avLst>
              <a:gd name="adj" fmla="val 5617"/>
            </a:avLst>
          </a:prstGeom>
          <a:solidFill>
            <a:srgbClr val="E94560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622750" y="2725489"/>
            <a:ext cx="4241899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55125" y="2706439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22750" y="4505623"/>
            <a:ext cx="42418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32275" y="2706439"/>
            <a:ext cx="0" cy="180870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4200" y="28714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870400" y="2947690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94560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187851" y="2888010"/>
            <a:ext cx="1455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E9456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— 계속 미생성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187851" y="3014960"/>
            <a:ext cx="1455200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 체크리스트 생성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794200" y="3239691"/>
            <a:ext cx="3898999" cy="1129457"/>
          </a:xfrm>
          <a:prstGeom prst="roundRect">
            <a:avLst>
              <a:gd name="adj" fmla="val 449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95701" y="3303091"/>
            <a:ext cx="3769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reports/local_training_checklist.md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895701" y="3436441"/>
            <a:ext cx="37699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실행 순서, 데이터 경로, 커밋 방법 포함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3번 — 오늘 오후 완성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79350" y="4691211"/>
            <a:ext cx="271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890891" y="4691211"/>
            <a:ext cx="3928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4 (0%)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79350" y="4853136"/>
            <a:ext cx="6996708" cy="88850"/>
          </a:xfrm>
          <a:prstGeom prst="roundRect">
            <a:avLst>
              <a:gd name="adj" fmla="val 5717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453759" y="4616648"/>
            <a:ext cx="1410891" cy="399901"/>
          </a:xfrm>
          <a:prstGeom prst="roundRect">
            <a:avLst>
              <a:gd name="adj" fmla="val 15879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604814" y="4676924"/>
            <a:ext cx="11087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평점 변화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604814" y="4813399"/>
            <a:ext cx="11087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 → 4.55 </a:t>
            </a:r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63401"/>
            <a:ext cx="8686800" cy="288727"/>
          </a:xfrm>
          <a:prstGeom prst="roundRect">
            <a:avLst>
              <a:gd name="adj" fmla="val 21993"/>
            </a:avLst>
          </a:prstGeom>
          <a:solidFill>
            <a:srgbClr val="F5A623">
              <a:alpha val="1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36327"/>
            <a:ext cx="34304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D-1 — 내일(05-20) 리허설 시작 / 오늘 세 가지 완결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53375" y="145852"/>
            <a:ext cx="8161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시 4.55 → </a:t>
            </a:r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" y="453628"/>
            <a:ext cx="4703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</a:t>
            </a:r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demo 즉시 / P8 코드 오전 / 로컬 학습 저녁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8600" y="783729"/>
            <a:ext cx="2810917" cy="3648968"/>
          </a:xfrm>
          <a:prstGeom prst="roundRect">
            <a:avLst>
              <a:gd name="adj" fmla="val 3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28600" y="802779"/>
            <a:ext cx="2810917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9992" y="783729"/>
            <a:ext cx="0" cy="364896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4423172"/>
            <a:ext cx="2810917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8125" y="783729"/>
            <a:ext cx="0" cy="3648968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984" y="809179"/>
            <a:ext cx="643533" cy="142875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38834" y="828229"/>
            <a:ext cx="475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종결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87251" y="94877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94560">
              <a:alpha val="15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4888" y="1069330"/>
            <a:ext cx="61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1652" y="983754"/>
            <a:ext cx="17912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 — MARCUS WEBB | 세션 즉시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31652" y="1110704"/>
            <a:ext cx="179129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 스크립트 완성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7251" y="1380530"/>
            <a:ext cx="2493615" cy="2610892"/>
          </a:xfrm>
          <a:prstGeom prst="roundRect">
            <a:avLst>
              <a:gd name="adj" fmla="val 203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752" y="1456730"/>
            <a:ext cx="233642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reports/portfolio_ppt/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demo_script_draft.md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8752" y="1756023"/>
            <a:ext cx="23364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 포레스트 30~40M£ 타깃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5분 흐름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불필요 — 즉시 작성 가능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87251" y="4067621"/>
            <a:ext cx="997148" cy="219075"/>
          </a:xfrm>
          <a:prstGeom prst="roundRect">
            <a:avLst>
              <a:gd name="adj" fmla="val 23188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8277" y="4115246"/>
            <a:ext cx="7905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5장 초안 완성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29892" y="4120009"/>
            <a:ext cx="6639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 → 4.65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66467" y="783729"/>
            <a:ext cx="2811066" cy="3648968"/>
          </a:xfrm>
          <a:prstGeom prst="roundRect">
            <a:avLst>
              <a:gd name="adj" fmla="val 3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166467" y="802779"/>
            <a:ext cx="2811066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68008" y="783729"/>
            <a:ext cx="0" cy="364896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6467" y="4423172"/>
            <a:ext cx="2811066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5992" y="783729"/>
            <a:ext cx="0" cy="364896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2382" y="809179"/>
            <a:ext cx="349151" cy="161925"/>
          </a:xfrm>
          <a:prstGeom prst="rect">
            <a:avLst/>
          </a:prstGeom>
          <a:solidFill>
            <a:srgbClr val="F5A623">
              <a:alpha val="15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80757" y="837754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325118" y="94877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5A623">
              <a:alpha val="15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72755" y="1069330"/>
            <a:ext cx="61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69519" y="983754"/>
            <a:ext cx="1604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 — MARCUS WEBB | 오전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769519" y="1110704"/>
            <a:ext cx="160442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정밀도-재현율 분석 코드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5118" y="1380530"/>
            <a:ext cx="2493764" cy="2610892"/>
          </a:xfrm>
          <a:prstGeom prst="roundRect">
            <a:avLst>
              <a:gd name="adj" fmla="val 203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26619" y="1456730"/>
            <a:ext cx="233657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models/p8_transfer_adapt/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evaluate_precision_recall.py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426619" y="1756023"/>
            <a:ext cx="23365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기반 임계값별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precision/recall 계산 + confusion matrix</a:t>
            </a:r>
            <a:endParaRPr lang="en-US" sz="6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sklearn 기반, 실행 가능 상태로 작성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325118" y="4067621"/>
            <a:ext cx="804565" cy="219075"/>
          </a:xfrm>
          <a:prstGeom prst="roundRect">
            <a:avLst>
              <a:gd name="adj" fmla="val 23188"/>
            </a:avLst>
          </a:prstGeom>
          <a:solidFill>
            <a:srgbClr val="1A12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436144" y="4115246"/>
            <a:ext cx="5941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 완료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67908" y="4120009"/>
            <a:ext cx="6639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 → 4.68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04483" y="783729"/>
            <a:ext cx="2810917" cy="3648968"/>
          </a:xfrm>
          <a:prstGeom prst="roundRect">
            <a:avLst>
              <a:gd name="adj" fmla="val 3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104483" y="802779"/>
            <a:ext cx="2810917" cy="0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05875" y="783729"/>
            <a:ext cx="0" cy="3648968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04483" y="4423172"/>
            <a:ext cx="2810917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14008" y="783729"/>
            <a:ext cx="0" cy="3648968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0249" y="809179"/>
            <a:ext cx="349151" cy="161925"/>
          </a:xfrm>
          <a:prstGeom prst="rect">
            <a:avLst/>
          </a:prstGeom>
          <a:solidFill>
            <a:srgbClr val="00D26A">
              <a:alpha val="15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518624" y="837754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263134" y="94877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0D26A">
              <a:alpha val="12000"/>
            </a:srgbClr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10771" y="1069330"/>
            <a:ext cx="61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07535" y="983754"/>
            <a:ext cx="17477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 — MARCUS WEBB (로컬 PC) | 저녁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707535" y="1110704"/>
            <a:ext cx="1747727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→ P1 로컬 학습 실행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134" y="1380530"/>
            <a:ext cx="2493615" cy="2610892"/>
          </a:xfrm>
          <a:prstGeom prst="roundRect">
            <a:avLst>
              <a:gd name="adj" fmla="val 203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364635" y="1456730"/>
            <a:ext cx="2290614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40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040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040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364635" y="1444079"/>
            <a:ext cx="346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78935" y="1456730"/>
            <a:ext cx="221984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(train_v5_1.py)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364635" y="1576239"/>
            <a:ext cx="346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78935" y="1588889"/>
            <a:ext cx="221984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(train_pipeline.py)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364635" y="1708398"/>
            <a:ext cx="346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478935" y="1721048"/>
            <a:ext cx="221984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local_training_checklist.md 생성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364635" y="1903958"/>
            <a:ext cx="23364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09:00 전 결과 push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263134" y="4067621"/>
            <a:ext cx="1044178" cy="219075"/>
          </a:xfrm>
          <a:prstGeom prst="roundRect">
            <a:avLst>
              <a:gd name="adj" fmla="val 23188"/>
            </a:avLst>
          </a:prstGeom>
          <a:solidFill>
            <a:srgbClr val="00150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374160" y="4115246"/>
            <a:ext cx="838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2개 + 학습 결과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105775" y="4120009"/>
            <a:ext cx="6639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+0.15 → 4.83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28600" y="4534198"/>
            <a:ext cx="8686800" cy="482352"/>
          </a:xfrm>
          <a:prstGeom prst="roundRect">
            <a:avLst>
              <a:gd name="adj" fmla="val 1316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974824" y="4607123"/>
            <a:ext cx="836265" cy="336500"/>
          </a:xfrm>
          <a:prstGeom prst="roundRect">
            <a:avLst>
              <a:gd name="adj" fmla="val 15097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098649" y="4654748"/>
            <a:ext cx="6003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세션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098649" y="4791224"/>
            <a:ext cx="6003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완성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2395538" y="470862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168253" y="4607123"/>
            <a:ext cx="688032" cy="336500"/>
          </a:xfrm>
          <a:prstGeom prst="roundRect">
            <a:avLst>
              <a:gd name="adj" fmla="val 15097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3292078" y="4654748"/>
            <a:ext cx="4491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92078" y="4791224"/>
            <a:ext cx="449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코드 작성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4514850" y="470862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218807" y="4607123"/>
            <a:ext cx="825698" cy="336500"/>
          </a:xfrm>
          <a:prstGeom prst="roundRect">
            <a:avLst>
              <a:gd name="adj" fmla="val 15097"/>
            </a:avLst>
          </a:prstGeom>
          <a:solidFill>
            <a:srgbClr val="00D26A">
              <a:alpha val="12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342632" y="4654748"/>
            <a:ext cx="5896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342632" y="4791224"/>
            <a:ext cx="5896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로컬 학습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634163" y="470862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328595" y="4616648"/>
            <a:ext cx="844600" cy="317450"/>
          </a:xfrm>
          <a:prstGeom prst="roundRect">
            <a:avLst>
              <a:gd name="adj" fmla="val 16003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452420" y="4664273"/>
            <a:ext cx="6088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4.55 → 4.83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452420" y="4781699"/>
            <a:ext cx="6088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세 가지 완결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901" y="228451"/>
            <a:ext cx="390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— </a:t>
            </a:r>
            <a:pPr algn="l"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4.55 / 5.0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▼ 전일 4.60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70948" y="314176"/>
            <a:ext cx="20595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세 가지 완료 시 4.83 예상 — 내일 리허설 준비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76101" y="609302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161B22"/>
          </a:solidFill>
          <a:ln w="1238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2665" y="1098203"/>
            <a:ext cx="806690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26778" y="1529953"/>
            <a:ext cx="2269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9670" y="2234803"/>
            <a:ext cx="1096714" cy="228600"/>
          </a:xfrm>
          <a:prstGeom prst="roundRect">
            <a:avLst>
              <a:gd name="adj" fmla="val 50000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811" y="2282428"/>
            <a:ext cx="814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0.05 (전일 4.60)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3901" y="2564904"/>
            <a:ext cx="4438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달성률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057251" y="2564904"/>
            <a:ext cx="1683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53901" y="2717304"/>
            <a:ext cx="1968401" cy="76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3901" y="2717304"/>
            <a:ext cx="1791146" cy="76200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3901" y="2895005"/>
            <a:ext cx="1968401" cy="840581"/>
          </a:xfrm>
          <a:prstGeom prst="roundRect">
            <a:avLst>
              <a:gd name="adj" fmla="val 60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751" y="2958405"/>
            <a:ext cx="18265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 원인 (05-18)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2751" y="3110805"/>
            <a:ext cx="1790700" cy="5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demo_script_draft.md: 미달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학습: 미달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로컬 재학습: 미달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local_training_checklist.md: 미달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400002" y="558552"/>
            <a:ext cx="6619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 점수 시뮬레이션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00002" y="777627"/>
            <a:ext cx="609600" cy="428327"/>
          </a:xfrm>
          <a:prstGeom prst="roundRect">
            <a:avLst>
              <a:gd name="adj" fmla="val 14825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91061" y="860078"/>
            <a:ext cx="427482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91061" y="1037779"/>
            <a:ext cx="427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034960" y="794891"/>
            <a:ext cx="1299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34960" y="928241"/>
            <a:ext cx="12997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034960" y="1023491"/>
            <a:ext cx="1299752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중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360069" y="777627"/>
            <a:ext cx="609600" cy="428327"/>
          </a:xfrm>
          <a:prstGeom prst="roundRect">
            <a:avLst>
              <a:gd name="adj" fmla="val 14825"/>
            </a:avLst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51128" y="860078"/>
            <a:ext cx="427482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51128" y="1037779"/>
            <a:ext cx="427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완료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995025" y="794891"/>
            <a:ext cx="12999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95025" y="928241"/>
            <a:ext cx="12999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95025" y="1023491"/>
            <a:ext cx="1299904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코드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6320284" y="777627"/>
            <a:ext cx="609600" cy="428327"/>
          </a:xfrm>
          <a:prstGeom prst="roundRect">
            <a:avLst>
              <a:gd name="adj" fmla="val 14825"/>
            </a:avLst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11343" y="860078"/>
            <a:ext cx="427482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11343" y="1037779"/>
            <a:ext cx="427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완료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6955240" y="794891"/>
            <a:ext cx="12999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55240" y="928241"/>
            <a:ext cx="12999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+0.15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955240" y="1023491"/>
            <a:ext cx="1299904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280499" y="777627"/>
            <a:ext cx="609600" cy="428327"/>
          </a:xfrm>
          <a:prstGeom prst="roundRect">
            <a:avLst>
              <a:gd name="adj" fmla="val 14825"/>
            </a:avLst>
          </a:prstGeom>
          <a:solidFill>
            <a:srgbClr val="001A1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71558" y="860078"/>
            <a:ext cx="427482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71558" y="1037779"/>
            <a:ext cx="427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목표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2400002" y="1307455"/>
            <a:ext cx="6619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00002" y="1542306"/>
            <a:ext cx="609600" cy="403027"/>
          </a:xfrm>
          <a:prstGeom prst="roundRect">
            <a:avLst>
              <a:gd name="adj" fmla="val 15756"/>
            </a:avLst>
          </a:prstGeom>
          <a:solidFill>
            <a:srgbClr val="001A1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491061" y="1624757"/>
            <a:ext cx="427482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91061" y="1777157"/>
            <a:ext cx="427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3034960" y="1546920"/>
            <a:ext cx="1299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034960" y="1680270"/>
            <a:ext cx="12997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034960" y="1775520"/>
            <a:ext cx="1299752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4360069" y="1551831"/>
            <a:ext cx="609600" cy="383977"/>
          </a:xfrm>
          <a:prstGeom prst="roundRect">
            <a:avLst>
              <a:gd name="adj" fmla="val 16537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451128" y="1634282"/>
            <a:ext cx="427482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51128" y="1786682"/>
            <a:ext cx="427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05-20~21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4995025" y="1546920"/>
            <a:ext cx="12999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95025" y="1680270"/>
            <a:ext cx="12999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+0.04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995025" y="1775520"/>
            <a:ext cx="1299904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Sil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≥0.30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6320284" y="1542306"/>
            <a:ext cx="609600" cy="403027"/>
          </a:xfrm>
          <a:prstGeom prst="roundRect">
            <a:avLst>
              <a:gd name="adj" fmla="val 15756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411343" y="1624757"/>
            <a:ext cx="427482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11343" y="1777157"/>
            <a:ext cx="427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6955240" y="1546920"/>
            <a:ext cx="12999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55240" y="1680270"/>
            <a:ext cx="12999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+0.06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55240" y="1775520"/>
            <a:ext cx="1299904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성공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8280499" y="1517005"/>
            <a:ext cx="609600" cy="453777"/>
          </a:xfrm>
          <a:prstGeom prst="roundRect">
            <a:avLst>
              <a:gd name="adj" fmla="val 13994"/>
            </a:avLst>
          </a:prstGeom>
          <a:solidFill>
            <a:srgbClr val="0015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371558" y="1599456"/>
            <a:ext cx="4274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371558" y="1802606"/>
            <a:ext cx="427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달성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2400002" y="2046982"/>
            <a:ext cx="6490097" cy="296956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2419052" y="2046982"/>
            <a:ext cx="0" cy="2969568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5053" y="3374529"/>
            <a:ext cx="6322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“8일입니다. demo_script_draft.md를 8일째 못 쓰고 있습니다. 이건 데이터도 필요 없고, 코드도 필요 없습니다. 지금 이 세션에서 바로 작성합니다. </a:t>
            </a:r>
            <a:pPr algn="l" indent="0" marL="0">
              <a:lnSpc>
                <a:spcPts val="1238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내일(05-20) 포트폴리오 리허설 첫날입니다. 스크립트 없이 리허설은 없습니다.</a:t>
            </a:r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 </a:t>
            </a:r>
            <a:pPr algn="l" indent="0" marL="0">
              <a:lnSpc>
                <a:spcPts val="1238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901" y="228451"/>
            <a:ext cx="4897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</a:t>
            </a:r>
            <a:pPr algn="l" indent="0" marL="0">
              <a:buNone/>
            </a:pPr>
            <a:r>
              <a:rPr lang="en-US" sz="13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정상 운영 / 즉시 시연 9개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91821" y="314176"/>
            <a:ext cx="17322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완성 시 내일 리허설 준비 완료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53901" y="545902"/>
            <a:ext cx="2802434" cy="799951"/>
          </a:xfrm>
          <a:prstGeom prst="roundRect">
            <a:avLst>
              <a:gd name="adj" fmla="val 9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3901" y="564952"/>
            <a:ext cx="2802434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407" y="672852"/>
            <a:ext cx="265142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407" y="1015752"/>
            <a:ext cx="26514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9407" y="1152227"/>
            <a:ext cx="26514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배포 완료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170634" y="545902"/>
            <a:ext cx="2802582" cy="799951"/>
          </a:xfrm>
          <a:prstGeom prst="roundRect">
            <a:avLst>
              <a:gd name="adj" fmla="val 9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0634" y="564952"/>
            <a:ext cx="2802582" cy="0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39" y="672852"/>
            <a:ext cx="2651572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46139" y="1015752"/>
            <a:ext cx="2651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시연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46139" y="1152227"/>
            <a:ext cx="2651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S1, P4, P6, S2, P8, P3, P2, S3, S6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87517" y="545902"/>
            <a:ext cx="2802582" cy="799951"/>
          </a:xfrm>
          <a:prstGeom prst="roundRect">
            <a:avLst>
              <a:gd name="adj" fmla="val 9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87517" y="564952"/>
            <a:ext cx="2802582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22" y="672852"/>
            <a:ext cx="2651572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63022" y="1015752"/>
            <a:ext cx="2651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학습 후 추가 예정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63022" y="1152227"/>
            <a:ext cx="26515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— 오늘 저녁 로컬 학습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3901" y="1434703"/>
            <a:ext cx="2793950" cy="660350"/>
          </a:xfrm>
          <a:prstGeom prst="roundRect">
            <a:avLst>
              <a:gd name="adj" fmla="val 11539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376" y="1558528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— 즉시 접속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90376" y="1723579"/>
            <a:ext cx="25714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53901" y="2171254"/>
            <a:ext cx="2793950" cy="396776"/>
          </a:xfrm>
          <a:prstGeom prst="roundRect">
            <a:avLst>
              <a:gd name="adj" fmla="val 1600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0376" y="2256979"/>
            <a:ext cx="25714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90376" y="2377529"/>
            <a:ext cx="25714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robinho0329/EPL-scouting-report-dashboard-project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3901" y="2644229"/>
            <a:ext cx="2793950" cy="732979"/>
          </a:xfrm>
          <a:prstGeom prst="roundRect">
            <a:avLst>
              <a:gd name="adj" fmla="val 8663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0376" y="2734717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278" y="2729954"/>
            <a:ext cx="862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 상태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90376" y="2891879"/>
            <a:ext cx="257142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실행: 2026-05-11
8일 연속 미생성 (runner에 data/ 없음)
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학습으로 대체 진행 중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3901" y="3453408"/>
            <a:ext cx="2793950" cy="1109365"/>
          </a:xfrm>
          <a:prstGeom prst="roundRect">
            <a:avLst>
              <a:gd name="adj" fmla="val 572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0851" y="3542258"/>
            <a:ext cx="25908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발표 준비 타임라인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0851" y="3729484"/>
            <a:ext cx="2540050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0851" y="375329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3251" y="3729484"/>
            <a:ext cx="5893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오늘(05-19 화)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87202" y="3729484"/>
            <a:ext cx="14104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+ P8 코드 + P7/P1 로컬 학습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0851" y="392787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3251" y="3904059"/>
            <a:ext cx="3828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05-20(수)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84796" y="3904059"/>
            <a:ext cx="11631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발표 리허설 첫날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0851" y="410244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3251" y="4078635"/>
            <a:ext cx="3828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05-21(목)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84796" y="4078635"/>
            <a:ext cx="12537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발표 리허설 이틀째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74802" y="1434703"/>
            <a:ext cx="58296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시연 가능 페이지 (9개)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174802" y="1644104"/>
            <a:ext cx="1862733" cy="822722"/>
          </a:xfrm>
          <a:prstGeom prst="roundRect">
            <a:avLst>
              <a:gd name="adj" fmla="val 77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174802" y="1653629"/>
            <a:ext cx="1862733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32772" y="1644104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74802" y="2462064"/>
            <a:ext cx="186273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79564" y="1644104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85827" y="1884015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38079" y="1874490"/>
            <a:ext cx="880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85827" y="2045940"/>
            <a:ext cx="1673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0.9093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85827" y="2141190"/>
            <a:ext cx="1673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4.66점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100935" y="1644104"/>
            <a:ext cx="1862882" cy="822722"/>
          </a:xfrm>
          <a:prstGeom prst="roundRect">
            <a:avLst>
              <a:gd name="adj" fmla="val 77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100935" y="1653629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59054" y="1644104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00935" y="2462064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05698" y="1644104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1961" y="1893540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64212" y="1884015"/>
            <a:ext cx="7702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211961" y="2055465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11961" y="2150715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NDCG@10 0.9993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027218" y="1644104"/>
            <a:ext cx="1862882" cy="822722"/>
          </a:xfrm>
          <a:prstGeom prst="roundRect">
            <a:avLst>
              <a:gd name="adj" fmla="val 77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7027218" y="1653629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85337" y="1644104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27218" y="2462064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31980" y="1644104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8243" y="1893540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290495" y="1884015"/>
            <a:ext cx="755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138243" y="2055465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0.8734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138243" y="2150715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£3.28M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174802" y="2530227"/>
            <a:ext cx="1862733" cy="822871"/>
          </a:xfrm>
          <a:prstGeom prst="roundRect">
            <a:avLst>
              <a:gd name="adj" fmla="val 77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3174802" y="2539752"/>
            <a:ext cx="1862733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32772" y="2530227"/>
            <a:ext cx="0" cy="822871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74802" y="3348335"/>
            <a:ext cx="186273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79564" y="2530227"/>
            <a:ext cx="0" cy="822871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85827" y="2779663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438079" y="2770138"/>
            <a:ext cx="950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285827" y="2941588"/>
            <a:ext cx="1673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0.8812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285827" y="3036838"/>
            <a:ext cx="16734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£3.23M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100935" y="2530227"/>
            <a:ext cx="1862882" cy="822871"/>
          </a:xfrm>
          <a:prstGeom prst="roundRect">
            <a:avLst>
              <a:gd name="adj" fmla="val 77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5100935" y="2539752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59054" y="2530227"/>
            <a:ext cx="0" cy="822871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100935" y="3348335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05698" y="2530227"/>
            <a:ext cx="0" cy="822871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11961" y="2779663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364212" y="2770138"/>
            <a:ext cx="7828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211961" y="2941588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211961" y="3036838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88.23%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7027218" y="2530227"/>
            <a:ext cx="1862882" cy="822871"/>
          </a:xfrm>
          <a:prstGeom prst="roundRect">
            <a:avLst>
              <a:gd name="adj" fmla="val 77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9"/>
          <p:cNvSpPr/>
          <p:nvPr/>
        </p:nvSpPr>
        <p:spPr>
          <a:xfrm>
            <a:off x="7027218" y="2539752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85337" y="2530227"/>
            <a:ext cx="0" cy="822871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27218" y="3348335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31980" y="2530227"/>
            <a:ext cx="0" cy="822871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38243" y="2779663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290495" y="2770138"/>
            <a:ext cx="658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138243" y="2941588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7138243" y="3036838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100%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3174802" y="3416498"/>
            <a:ext cx="1862733" cy="822722"/>
          </a:xfrm>
          <a:prstGeom prst="roundRect">
            <a:avLst>
              <a:gd name="adj" fmla="val 77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Shape 98"/>
          <p:cNvSpPr/>
          <p:nvPr/>
        </p:nvSpPr>
        <p:spPr>
          <a:xfrm>
            <a:off x="3174802" y="3426023"/>
            <a:ext cx="1862733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32772" y="3416498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74802" y="4234458"/>
            <a:ext cx="186273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179564" y="3416498"/>
            <a:ext cx="0" cy="8227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85827" y="3656409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3438079" y="3646884"/>
            <a:ext cx="7828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시즌 득점 예측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285827" y="3818334"/>
            <a:ext cx="1673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0.8877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285827" y="3913584"/>
            <a:ext cx="1673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0.96골</a:t>
            </a:r>
            <a:endParaRPr lang="en-US" sz="600" dirty="0"/>
          </a:p>
        </p:txBody>
      </p:sp>
      <p:sp>
        <p:nvSpPr>
          <p:cNvPr id="108" name="Text 106"/>
          <p:cNvSpPr/>
          <p:nvPr/>
        </p:nvSpPr>
        <p:spPr>
          <a:xfrm>
            <a:off x="5100935" y="3416498"/>
            <a:ext cx="1862882" cy="822722"/>
          </a:xfrm>
          <a:prstGeom prst="roundRect">
            <a:avLst>
              <a:gd name="adj" fmla="val 77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5100935" y="3426023"/>
            <a:ext cx="186288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59054" y="3416498"/>
            <a:ext cx="0" cy="8227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00935" y="4234458"/>
            <a:ext cx="186288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105698" y="3416498"/>
            <a:ext cx="0" cy="8227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211961" y="3665934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364212" y="3656409"/>
            <a:ext cx="755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5211961" y="3827859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GK Sil 0.4873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211961" y="3923109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0.3637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7027218" y="3416498"/>
            <a:ext cx="1862882" cy="822722"/>
          </a:xfrm>
          <a:prstGeom prst="roundRect">
            <a:avLst>
              <a:gd name="adj" fmla="val 77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Shape 116"/>
          <p:cNvSpPr/>
          <p:nvPr/>
        </p:nvSpPr>
        <p:spPr>
          <a:xfrm>
            <a:off x="7027218" y="3426023"/>
            <a:ext cx="186288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885337" y="3416498"/>
            <a:ext cx="0" cy="8227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27218" y="4234458"/>
            <a:ext cx="186288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031980" y="3416498"/>
            <a:ext cx="0" cy="8227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138243" y="3665934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7290495" y="3656409"/>
            <a:ext cx="658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7138243" y="3827859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7138243" y="3923109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61.74%</a:t>
            </a:r>
            <a:endParaRPr lang="en-US" sz="600" dirty="0"/>
          </a:p>
        </p:txBody>
      </p:sp>
      <p:sp>
        <p:nvSpPr>
          <p:cNvPr id="126" name="Text 124"/>
          <p:cNvSpPr/>
          <p:nvPr/>
        </p:nvSpPr>
        <p:spPr>
          <a:xfrm>
            <a:off x="3174802" y="4302621"/>
            <a:ext cx="5715298" cy="260152"/>
          </a:xfrm>
          <a:prstGeom prst="roundRect">
            <a:avLst>
              <a:gd name="adj" fmla="val 24409"/>
            </a:avLst>
          </a:prstGeom>
          <a:solidFill>
            <a:srgbClr val="161B22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3311277" y="4375547"/>
            <a:ext cx="5140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데모 흐름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3891409" y="4385072"/>
            <a:ext cx="1029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4043065" y="4385072"/>
            <a:ext cx="906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4182666" y="4385072"/>
            <a:ext cx="1029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4334321" y="4385072"/>
            <a:ext cx="906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4473922" y="4385072"/>
            <a:ext cx="1029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4625578" y="4385072"/>
            <a:ext cx="906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4765179" y="4385072"/>
            <a:ext cx="1029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4916835" y="4385072"/>
            <a:ext cx="906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5056436" y="4385072"/>
            <a:ext cx="1029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7382024" y="4380309"/>
            <a:ext cx="13990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레이팅→저평가→적응률→가치→하락세</a:t>
            </a:r>
            <a:endParaRPr lang="en-US" sz="600" dirty="0"/>
          </a:p>
        </p:txBody>
      </p:sp>
      <p:sp>
        <p:nvSpPr>
          <p:cNvPr id="138" name="Text 136"/>
          <p:cNvSpPr/>
          <p:nvPr/>
        </p:nvSpPr>
        <p:spPr>
          <a:xfrm>
            <a:off x="253901" y="4651623"/>
            <a:ext cx="8636198" cy="364927"/>
          </a:xfrm>
          <a:prstGeom prst="roundRect">
            <a:avLst>
              <a:gd name="adj" fmla="val 17401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 137"/>
          <p:cNvSpPr/>
          <p:nvPr/>
        </p:nvSpPr>
        <p:spPr>
          <a:xfrm>
            <a:off x="415826" y="4781699"/>
            <a:ext cx="3951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7166521" y="4724549"/>
            <a:ext cx="1561654" cy="219075"/>
          </a:xfrm>
          <a:prstGeom prst="roundRect">
            <a:avLst>
              <a:gd name="adj" fmla="val 23188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Text 139"/>
          <p:cNvSpPr/>
          <p:nvPr/>
        </p:nvSpPr>
        <p:spPr>
          <a:xfrm>
            <a:off x="7302996" y="4772174"/>
            <a:ext cx="1314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달성 시 즉시 활용 → 11개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2026-05-19T00:33:26Z</dcterms:created>
  <dcterms:modified xsi:type="dcterms:W3CDTF">2026-05-19T00:33:26Z</dcterms:modified>
</cp:coreProperties>
</file>