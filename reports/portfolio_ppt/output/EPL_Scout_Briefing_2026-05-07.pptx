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" y="0"/>
            <a:ext cx="9086850" cy="371475"/>
          </a:xfrm>
          <a:prstGeom prst="rect">
            <a:avLst/>
          </a:prstGeom>
          <a:solidFill>
            <a:srgbClr val="E945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" y="361950"/>
            <a:ext cx="908685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650" y="13811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95250"/>
            <a:ext cx="40354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torch 오류 4연속 — 오늘 코드 직접 수정 + 낙관 시나리오 5.0 달성 목표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24130" y="476250"/>
            <a:ext cx="1248370" cy="314325"/>
          </a:xfrm>
          <a:prstGeom prst="roundRect">
            <a:avLst>
              <a:gd name="adj" fmla="val 24242"/>
            </a:avLst>
          </a:prstGeom>
          <a:solidFill>
            <a:srgbClr val="0F3460">
              <a:alpha val="80000"/>
            </a:srgbClr>
          </a:solidFill>
          <a:ln w="9525">
            <a:solidFill>
              <a:srgbClr val="0F34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76809" y="561975"/>
            <a:ext cx="9430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4DA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 15 회 정기 미팅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28650" y="1860203"/>
            <a:ext cx="7943850" cy="200025"/>
          </a:xfrm>
          <a:prstGeom prst="roundRect">
            <a:avLst>
              <a:gd name="adj" fmla="val 19048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2475" y="1907828"/>
            <a:ext cx="78501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 · DAILY BRIEFING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8650" y="2250728"/>
            <a:ext cx="8102727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spcAft>
                <a:spcPts val="750"/>
              </a:spcAft>
              <a:buNone/>
            </a:pPr>
            <a:r>
              <a:rPr lang="en-US" sz="3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 </a:t>
            </a:r>
            <a:pPr algn="l" indent="0" marL="0">
              <a:lnSpc>
                <a:spcPts val="3630"/>
              </a:lnSpc>
              <a:spcAft>
                <a:spcPts val="750"/>
              </a:spcAft>
              <a:buNone/>
            </a:pPr>
            <a:r>
              <a:rPr lang="en-US" sz="33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28650" y="2806898"/>
            <a:ext cx="19332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05월 07일 (목)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6376" y="2916436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66876" y="2849761"/>
            <a:ext cx="1615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09:00 KST · 데일리 브리핑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8650" y="3330773"/>
            <a:ext cx="762000" cy="28575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3587948"/>
            <a:ext cx="919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758553" y="3606998"/>
            <a:ext cx="9525" cy="1333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96678" y="3602236"/>
            <a:ext cx="1710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pPr algn="l" indent="0" marL="0">
              <a:buNone/>
            </a:pPr>
            <a:r>
              <a:rPr lang="en-US" sz="9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Analytics Agent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902273" y="3606998"/>
            <a:ext cx="9525" cy="1333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40398" y="3587948"/>
            <a:ext cx="1333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 개발팀 코디네이터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572250" y="3667125"/>
            <a:ext cx="2000250" cy="1095375"/>
          </a:xfrm>
          <a:prstGeom prst="roundRect">
            <a:avLst>
              <a:gd name="adj" fmla="val 10435"/>
            </a:avLst>
          </a:prstGeom>
          <a:solidFill>
            <a:srgbClr val="16213E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95135" y="38290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평가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95135" y="4000500"/>
            <a:ext cx="155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4.80 </a:t>
            </a:r>
            <a:pPr algn="ctr" indent="0" marL="0">
              <a:lnSpc>
                <a:spcPts val="2400"/>
              </a:lnSpc>
              <a:buNone/>
            </a:pPr>
            <a:r>
              <a:rPr lang="en-US" sz="10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10375" y="4381500"/>
            <a:ext cx="1524000" cy="3810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10375" y="4381500"/>
            <a:ext cx="1462980" cy="381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95135" y="4476750"/>
            <a:ext cx="15544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 연속 정체 · 오늘 5.0 목표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10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17383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93385" y="323850"/>
            <a:ext cx="10278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06  ·  2026-05-07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381000" y="4157663"/>
            <a:ext cx="84201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4267200"/>
            <a:ext cx="183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694432" y="4238625"/>
            <a:ext cx="709761" cy="180975"/>
          </a:xfrm>
          <a:prstGeom prst="roundRect">
            <a:avLst>
              <a:gd name="adj" fmla="val 105263"/>
            </a:avLst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9682" y="430053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99443" y="4238625"/>
            <a:ext cx="624036" cy="180975"/>
          </a:xfrm>
          <a:prstGeom prst="roundRect">
            <a:avLst>
              <a:gd name="adj" fmla="val 105263"/>
            </a:avLst>
          </a:prstGeom>
          <a:solidFill>
            <a:srgbClr val="2ECC7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94693" y="430053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18730" y="4238625"/>
            <a:ext cx="624036" cy="180975"/>
          </a:xfrm>
          <a:prstGeom prst="roundRect">
            <a:avLst>
              <a:gd name="adj" fmla="val 105263"/>
            </a:avLst>
          </a:prstGeom>
          <a:solidFill>
            <a:srgbClr val="F5A62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13980" y="430053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38016" y="4238625"/>
            <a:ext cx="624036" cy="180975"/>
          </a:xfrm>
          <a:prstGeom prst="roundRect">
            <a:avLst>
              <a:gd name="adj" fmla="val 105263"/>
            </a:avLst>
          </a:prstGeom>
          <a:solidFill>
            <a:srgbClr val="E945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33266" y="430053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81552" y="4267200"/>
            <a:ext cx="16519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신규 달성 0건 · Actions 3개 전부 실패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10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66700"/>
            <a:ext cx="49234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어제(2026-05-06) 달성·미달 체크리스트 </a:t>
            </a:r>
            <a:pPr algn="l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3개 전부 실패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17185" y="361950"/>
            <a:ext cx="10278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06  ·  2026-05-07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57200" y="714375"/>
            <a:ext cx="8267700" cy="895350"/>
          </a:xfrm>
          <a:prstGeom prst="roundRect">
            <a:avLst>
              <a:gd name="adj" fmla="val 8511"/>
            </a:avLst>
          </a:prstGeom>
          <a:solidFill>
            <a:srgbClr val="E94560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719138"/>
            <a:ext cx="82677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0137" y="714375"/>
            <a:ext cx="0" cy="89535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4963"/>
            <a:ext cx="82677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714375"/>
            <a:ext cx="0" cy="89535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" y="847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67011" y="838200"/>
            <a:ext cx="2143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torch 조건부 임포트 수정 + 재학습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47750" y="1057275"/>
            <a:ext cx="3673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455539" y="1071563"/>
            <a:ext cx="2099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models/p1_match_result/train_pipeline.py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047750" y="1228725"/>
            <a:ext cx="5315694" cy="247650"/>
          </a:xfrm>
          <a:prstGeom prst="roundRect">
            <a:avLst>
              <a:gd name="adj" fmla="val 15385"/>
            </a:avLst>
          </a:prstGeom>
          <a:solidFill>
            <a:srgbClr val="0F3460">
              <a:alpha val="5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52525" y="1285875"/>
            <a:ext cx="52082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ModuleNotFoundError: No module named 'torch' — train_pipeline.py 파일 미수정, 4연속 동일 오류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5860" y="1304925"/>
            <a:ext cx="2052786" cy="180975"/>
          </a:xfrm>
          <a:prstGeom prst="roundRect">
            <a:avLst>
              <a:gd name="adj" fmla="val 21053"/>
            </a:avLst>
          </a:prstGeom>
          <a:solidFill>
            <a:srgbClr val="F5A623">
              <a:alpha val="15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1585" y="1333500"/>
            <a:ext cx="1918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원인: 코드 파일 편집 없이 Actions 재실행만 반복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57200" y="1704975"/>
            <a:ext cx="8267700" cy="1104900"/>
          </a:xfrm>
          <a:prstGeom prst="roundRect">
            <a:avLst>
              <a:gd name="adj" fmla="val 6897"/>
            </a:avLst>
          </a:prstGeom>
          <a:solidFill>
            <a:srgbClr val="E94560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1709737"/>
            <a:ext cx="82677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0137" y="1704975"/>
            <a:ext cx="0" cy="110490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05112"/>
            <a:ext cx="82677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6250" y="1704975"/>
            <a:ext cx="0" cy="11049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700" y="18383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28986" y="1828800"/>
            <a:ext cx="16420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대시보드 통합 (기한 당일)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047750" y="2047875"/>
            <a:ext cx="8836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실행된 스크립트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1961704" y="2062163"/>
            <a:ext cx="17841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models/p7_growth_curve/train_v5.py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834705" y="2047875"/>
            <a:ext cx="14479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항목에서 P7 스크립트가 실행됨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1047750" y="2219325"/>
            <a:ext cx="5239196" cy="247650"/>
          </a:xfrm>
          <a:prstGeom prst="roundRect">
            <a:avLst>
              <a:gd name="adj" fmla="val 15385"/>
            </a:avLst>
          </a:prstGeom>
          <a:solidFill>
            <a:srgbClr val="0F3460">
              <a:alpha val="5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52525" y="2276475"/>
            <a:ext cx="51302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actions.json 스크립트 매핑 오류 — 대시보드 코드 한 줄도 미작성, dev_result에는 success:true 기록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47750" y="2505075"/>
            <a:ext cx="2386161" cy="180975"/>
          </a:xfrm>
          <a:prstGeom prst="roundRect">
            <a:avLst>
              <a:gd name="adj" fmla="val 21053"/>
            </a:avLst>
          </a:prstGeom>
          <a:solidFill>
            <a:srgbClr val="F5A623">
              <a:alpha val="15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33475" y="2533650"/>
            <a:ext cx="22590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원인: Actions workflow actions.json 스크립트 경로 혼선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57200" y="2905125"/>
            <a:ext cx="8267700" cy="895350"/>
          </a:xfrm>
          <a:prstGeom prst="roundRect">
            <a:avLst>
              <a:gd name="adj" fmla="val 8511"/>
            </a:avLst>
          </a:prstGeom>
          <a:solidFill>
            <a:srgbClr val="E94560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57200" y="2909888"/>
            <a:ext cx="82677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20137" y="2905125"/>
            <a:ext cx="0" cy="89535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795713"/>
            <a:ext cx="82677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6250" y="2905125"/>
            <a:ext cx="0" cy="89535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700" y="30384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762274" y="3028950"/>
            <a:ext cx="72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착수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047750" y="3248025"/>
            <a:ext cx="3673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1455539" y="3262313"/>
            <a:ext cx="17841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models/p7_growth_curve/train_v5.py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1047750" y="3419475"/>
            <a:ext cx="3734246" cy="247650"/>
          </a:xfrm>
          <a:prstGeom prst="roundRect">
            <a:avLst>
              <a:gd name="adj" fmla="val 15385"/>
            </a:avLst>
          </a:prstGeom>
          <a:solidFill>
            <a:srgbClr val="0F3460">
              <a:alpha val="5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52525" y="3476625"/>
            <a:ext cx="35951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train_v5_1.py 파일 미존재 → 기존 train_v5.py 중복 실행 후 스킵 처리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4413" y="3495675"/>
            <a:ext cx="2819698" cy="180975"/>
          </a:xfrm>
          <a:prstGeom prst="roundRect">
            <a:avLst>
              <a:gd name="adj" fmla="val 21053"/>
            </a:avLst>
          </a:prstGeom>
          <a:solidFill>
            <a:srgbClr val="F5A623">
              <a:alpha val="15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10138" y="3524250"/>
            <a:ext cx="27012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원인: 새 스크립트 파일 신규 작성 0건 — 전략 논의 3일, 코드 편집 0건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8267700" cy="381000"/>
          </a:xfrm>
          <a:prstGeom prst="roundRect">
            <a:avLst>
              <a:gd name="adj" fmla="val 15000"/>
            </a:avLst>
          </a:prstGeom>
          <a:solidFill>
            <a:srgbClr val="F5A623">
              <a:alpha val="1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66775" y="4691063"/>
            <a:ext cx="2749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신규 달성 0건 — 5일 연속 평가 점수 정체 (4.80 / 5.0)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5958036" y="4705350"/>
            <a:ext cx="359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5/2~5/6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6386810" y="46672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94560">
              <a:alpha val="2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15410" y="4757738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48760" y="46672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94560">
              <a:alpha val="2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977360" y="4757738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10710" y="46672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94560">
              <a:alpha val="2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339310" y="4757738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472660" y="46672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94560">
              <a:alpha val="2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701260" y="4757738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834610" y="46672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94560">
              <a:alpha val="2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120360" y="4691063"/>
            <a:ext cx="45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4.80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10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9550"/>
            <a:ext cx="19720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</a:t>
            </a:r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93385" y="304800"/>
            <a:ext cx="10278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06  ·  2026-05-07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619125"/>
            <a:ext cx="2717750" cy="3291929"/>
          </a:xfrm>
          <a:prstGeom prst="roundRect">
            <a:avLst>
              <a:gd name="adj" fmla="val 350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633413"/>
            <a:ext cx="2717750" cy="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93988" y="619125"/>
            <a:ext cx="0" cy="3291929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0" y="3906292"/>
            <a:ext cx="271775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5763" y="619125"/>
            <a:ext cx="0" cy="3291929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925" y="1038225"/>
            <a:ext cx="2441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train_pipeline.py 직접 수정 + 재학습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2925" y="1274415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942975" y="1274415"/>
            <a:ext cx="5378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42925" y="1432471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942975" y="1432471"/>
            <a:ext cx="20337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 torch → try/except 블록 교체, LSTM·MLP 조건부 실행, requirements.txt 주석 처리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42925" y="1710482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942975" y="1710482"/>
            <a:ext cx="8117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09:15 Actions 재학습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42925" y="3234779"/>
            <a:ext cx="2393900" cy="381000"/>
          </a:xfrm>
          <a:prstGeom prst="roundRect">
            <a:avLst>
              <a:gd name="adj" fmla="val 15000"/>
            </a:avLst>
          </a:prstGeom>
          <a:solidFill>
            <a:srgbClr val="E9456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57213" y="3234779"/>
            <a:ext cx="0" cy="38100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750" y="3291929"/>
            <a:ext cx="22183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66750" y="3425279"/>
            <a:ext cx="2218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학습 성공 / XGBoost Acc ≥ 57%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5047" y="3672929"/>
            <a:ext cx="2441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4.80 → +0.05 → 4.85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232100" y="619125"/>
            <a:ext cx="2717899" cy="3291929"/>
          </a:xfrm>
          <a:prstGeom prst="roundRect">
            <a:avLst>
              <a:gd name="adj" fmla="val 350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32100" y="633413"/>
            <a:ext cx="2717899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5237" y="619125"/>
            <a:ext cx="0" cy="3291929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2100" y="3906292"/>
            <a:ext cx="2717899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6863" y="619125"/>
            <a:ext cx="0" cy="3291929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4025" y="1038225"/>
            <a:ext cx="2441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학습 스크립트 신규 작성 + 로컬 학습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94025" y="1274415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794075" y="1274415"/>
            <a:ext cx="5378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394025" y="1432471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794075" y="1432471"/>
            <a:ext cx="2033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신규 작성, FW/MID 분리, Optuna 100 trials, 메타모델 LinearRegression(positive=True)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394025" y="1710482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794075" y="1710482"/>
            <a:ext cx="9789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오후 (학습 2~3시간)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394025" y="3234779"/>
            <a:ext cx="2394049" cy="381000"/>
          </a:xfrm>
          <a:prstGeom prst="roundRect">
            <a:avLst>
              <a:gd name="adj" fmla="val 15000"/>
            </a:avLst>
          </a:prstGeom>
          <a:solidFill>
            <a:srgbClr val="F5A62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408313" y="3234779"/>
            <a:ext cx="0" cy="38100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17850" y="3291929"/>
            <a:ext cx="22184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17850" y="3425279"/>
            <a:ext cx="2218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≥ 0.62 / val-test 갭 ≤ 0.07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46144" y="3672929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 → +0.10 → 5.0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083350" y="619125"/>
            <a:ext cx="2717750" cy="3291929"/>
          </a:xfrm>
          <a:prstGeom prst="roundRect">
            <a:avLst>
              <a:gd name="adj" fmla="val 350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083350" y="633413"/>
            <a:ext cx="2717750" cy="0"/>
          </a:xfrm>
          <a:prstGeom prst="line">
            <a:avLst/>
          </a:prstGeom>
          <a:noFill/>
          <a:ln w="28575">
            <a:solidFill>
              <a:srgbClr val="4DAB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96338" y="619125"/>
            <a:ext cx="0" cy="3291929"/>
          </a:xfrm>
          <a:prstGeom prst="line">
            <a:avLst/>
          </a:prstGeom>
          <a:noFill/>
          <a:ln w="9525">
            <a:solidFill>
              <a:srgbClr val="4DAB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3350" y="3906292"/>
            <a:ext cx="2717750" cy="0"/>
          </a:xfrm>
          <a:prstGeom prst="line">
            <a:avLst/>
          </a:prstGeom>
          <a:noFill/>
          <a:ln w="9525">
            <a:solidFill>
              <a:srgbClr val="4DAB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8112" y="619125"/>
            <a:ext cx="0" cy="3291929"/>
          </a:xfrm>
          <a:prstGeom prst="line">
            <a:avLst/>
          </a:prstGeom>
          <a:noFill/>
          <a:ln w="9525">
            <a:solidFill>
              <a:srgbClr val="4DAB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275" y="1038225"/>
            <a:ext cx="2441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대시보드 통합 완료 — 이월 없음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45275" y="1274415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645325" y="1274415"/>
            <a:ext cx="5378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245275" y="1432471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645325" y="1432471"/>
            <a:ext cx="20337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player_intelligence.py에 st.columns(2) 추가, P2 XGBoost 모델 로드, 포지션별 백분위 출력 블록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245275" y="1710482"/>
            <a:ext cx="349758" cy="114300"/>
          </a:xfrm>
          <a:prstGeom prst="rect">
            <a:avLst/>
          </a:prstGeom>
          <a:noFill/>
          <a:ln/>
        </p:spPr>
        <p:txBody>
          <a:bodyPr wrap="square" lIns="0" tIns="9525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645325" y="1710482"/>
            <a:ext cx="8842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DA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— 최종 기한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6245275" y="3101429"/>
            <a:ext cx="2393900" cy="514350"/>
          </a:xfrm>
          <a:prstGeom prst="roundRect">
            <a:avLst>
              <a:gd name="adj" fmla="val 11111"/>
            </a:avLst>
          </a:prstGeom>
          <a:solidFill>
            <a:srgbClr val="4DABF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259562" y="3101429"/>
            <a:ext cx="0" cy="514350"/>
          </a:xfrm>
          <a:prstGeom prst="line">
            <a:avLst/>
          </a:prstGeom>
          <a:noFill/>
          <a:ln w="28575">
            <a:solidFill>
              <a:srgbClr val="4DAB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9100" y="3158579"/>
            <a:ext cx="22183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369100" y="3291929"/>
            <a:ext cx="2218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DA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UI 통합 완료 / player_intelligence P2 블록 활성화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97397" y="3672929"/>
            <a:ext cx="2441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 → +0.05 → 4.90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381000" y="4044404"/>
            <a:ext cx="8420100" cy="946696"/>
          </a:xfrm>
          <a:prstGeom prst="roundRect">
            <a:avLst>
              <a:gd name="adj" fmla="val 8049"/>
            </a:avLst>
          </a:prstGeom>
          <a:solidFill>
            <a:srgbClr val="16213E">
              <a:alpha val="60000"/>
            </a:srgbClr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2925" y="4149179"/>
            <a:ext cx="8258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예상 점수 시나리오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542925" y="4349204"/>
            <a:ext cx="1966912" cy="537121"/>
          </a:xfrm>
          <a:prstGeom prst="roundRect">
            <a:avLst>
              <a:gd name="adj" fmla="val 10640"/>
            </a:avLst>
          </a:prstGeom>
          <a:solidFill>
            <a:srgbClr val="F5A623">
              <a:alpha val="15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30126" y="4415879"/>
            <a:ext cx="17925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낙관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30126" y="4549229"/>
            <a:ext cx="179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30126" y="4720679"/>
            <a:ext cx="179251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P1+P2+P7 v5.1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2586038" y="4349204"/>
            <a:ext cx="1966912" cy="537121"/>
          </a:xfrm>
          <a:prstGeom prst="roundRect">
            <a:avLst>
              <a:gd name="adj" fmla="val 10640"/>
            </a:avLst>
          </a:prstGeom>
          <a:solidFill>
            <a:srgbClr val="00D4AA">
              <a:alpha val="1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2673239" y="4415879"/>
            <a:ext cx="17925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2673239" y="4549229"/>
            <a:ext cx="179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673239" y="4720679"/>
            <a:ext cx="179251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P1+P2 통합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629150" y="4349204"/>
            <a:ext cx="1966912" cy="537121"/>
          </a:xfrm>
          <a:prstGeom prst="roundRect">
            <a:avLst>
              <a:gd name="adj" fmla="val 10640"/>
            </a:avLst>
          </a:prstGeom>
          <a:solidFill>
            <a:srgbClr val="4DABF7">
              <a:alpha val="10000"/>
            </a:srgbClr>
          </a:solidFill>
          <a:ln w="9525">
            <a:solidFill>
              <a:srgbClr val="4DAB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716351" y="4415879"/>
            <a:ext cx="17925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716351" y="4549229"/>
            <a:ext cx="179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4DA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716351" y="4720679"/>
            <a:ext cx="179251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P1만 성공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6672263" y="4349204"/>
            <a:ext cx="1966912" cy="537121"/>
          </a:xfrm>
          <a:prstGeom prst="roundRect">
            <a:avLst>
              <a:gd name="adj" fmla="val 10640"/>
            </a:avLst>
          </a:prstGeom>
          <a:solidFill>
            <a:srgbClr val="E94560">
              <a:alpha val="8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759464" y="4415879"/>
            <a:ext cx="17925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6759464" y="4549229"/>
            <a:ext cx="179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759464" y="4720679"/>
            <a:ext cx="179251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실패 (6일 연속 정체)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10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9550"/>
            <a:ext cx="31637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</a:t>
            </a:r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4.80 / 5.0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93385" y="304800"/>
            <a:ext cx="10278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06  ·  2026-05-07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600075"/>
            <a:ext cx="2095500" cy="1381125"/>
          </a:xfrm>
          <a:prstGeom prst="roundRect">
            <a:avLst>
              <a:gd name="adj" fmla="val 8276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6062" y="771525"/>
            <a:ext cx="18653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종합 평가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96062" y="952500"/>
            <a:ext cx="18653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4.80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496062" y="1447800"/>
            <a:ext cx="18653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062" y="1676400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 연속 정체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076450"/>
            <a:ext cx="432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195834" y="2076450"/>
            <a:ext cx="4103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96%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370534" y="2076450"/>
            <a:ext cx="1080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81000" y="2219325"/>
            <a:ext cx="2095500" cy="9525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1000" y="2219325"/>
            <a:ext cx="2011561" cy="952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2409825"/>
            <a:ext cx="2095500" cy="1181100"/>
          </a:xfrm>
          <a:prstGeom prst="roundRect">
            <a:avLst>
              <a:gd name="adj" fmla="val 483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81000" y="2414588"/>
            <a:ext cx="2095500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71737" y="2409825"/>
            <a:ext cx="0" cy="118110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000" y="3586162"/>
            <a:ext cx="2095500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288" y="2409825"/>
            <a:ext cx="0" cy="118110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875" y="2514600"/>
            <a:ext cx="18653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코멘트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23875" y="2667000"/>
            <a:ext cx="186537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품질은 흠잡을 데 없습니다.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P2 R²=0.8877이면 영입 회의에서 바로 쓸 수 있는 수준입니다. </a:t>
            </a:r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실행력이 문제입니다.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오전 P1 파일을 직접 고치고, 오후 P7 v5.1을 돌리면 5.0이 가능합니다.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23875" y="3357563"/>
            <a:ext cx="186537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75"/>
              </a:spcBef>
              <a:buNone/>
            </a:pPr>
            <a:r>
              <a:rPr lang="en-US" sz="675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오늘이 이번 주 마지막 기회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705100" y="600075"/>
            <a:ext cx="62179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달성 항목 (탄탄한 기반)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81000" y="4160639"/>
            <a:ext cx="8420100" cy="811411"/>
          </a:xfrm>
          <a:prstGeom prst="roundRect">
            <a:avLst>
              <a:gd name="adj" fmla="val 9391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2925" y="4265414"/>
            <a:ext cx="8258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 (오늘 기준 최종)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79834" y="4465439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4.80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8849" y="4694039"/>
            <a:ext cx="4157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 연속 정체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1943100" y="4494907"/>
            <a:ext cx="2213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988665" y="4609207"/>
            <a:ext cx="2125861" cy="1905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40247" y="4647307"/>
            <a:ext cx="635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torch 수정 [09:15]</a:t>
            </a:r>
            <a:endParaRPr lang="en-US" sz="525" dirty="0"/>
          </a:p>
        </p:txBody>
      </p:sp>
      <p:sp>
        <p:nvSpPr>
          <p:cNvPr id="31" name="Text 29"/>
          <p:cNvSpPr/>
          <p:nvPr/>
        </p:nvSpPr>
        <p:spPr>
          <a:xfrm>
            <a:off x="3152626" y="4527798"/>
            <a:ext cx="283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3172615" y="4718298"/>
            <a:ext cx="238182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성공</a:t>
            </a:r>
            <a:endParaRPr lang="en-US" sz="525" dirty="0"/>
          </a:p>
        </p:txBody>
      </p:sp>
      <p:sp>
        <p:nvSpPr>
          <p:cNvPr id="33" name="Text 31"/>
          <p:cNvSpPr/>
          <p:nvPr/>
        </p:nvSpPr>
        <p:spPr>
          <a:xfrm>
            <a:off x="4423321" y="4494907"/>
            <a:ext cx="2213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468886" y="4609207"/>
            <a:ext cx="2126010" cy="1905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78052" y="4647307"/>
            <a:ext cx="7218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대시보드 통합 [저녁]</a:t>
            </a:r>
            <a:endParaRPr lang="en-US" sz="525" dirty="0"/>
          </a:p>
        </p:txBody>
      </p:sp>
      <p:sp>
        <p:nvSpPr>
          <p:cNvPr id="36" name="Text 34"/>
          <p:cNvSpPr/>
          <p:nvPr/>
        </p:nvSpPr>
        <p:spPr>
          <a:xfrm>
            <a:off x="5686574" y="4527798"/>
            <a:ext cx="283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629143" y="4718298"/>
            <a:ext cx="393022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통합 완료</a:t>
            </a:r>
            <a:endParaRPr lang="en-US" sz="525" dirty="0"/>
          </a:p>
        </p:txBody>
      </p:sp>
      <p:sp>
        <p:nvSpPr>
          <p:cNvPr id="38" name="Text 36"/>
          <p:cNvSpPr/>
          <p:nvPr/>
        </p:nvSpPr>
        <p:spPr>
          <a:xfrm>
            <a:off x="7010846" y="4494907"/>
            <a:ext cx="2213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056412" y="4609207"/>
            <a:ext cx="2126010" cy="1905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74954" y="4647307"/>
            <a:ext cx="7027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R² ≥0.62 [오후]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8310562" y="4465439"/>
            <a:ext cx="243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216335" y="4694039"/>
            <a:ext cx="4270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낙관 시나리오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목표</a:t>
            </a:r>
            <a:endParaRPr lang="en-US" sz="5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100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09550"/>
            <a:ext cx="42863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</a:t>
            </a:r>
            <a:pPr algn="l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16페이지 전방위 가동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31485" y="304800"/>
            <a:ext cx="10278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06  ·  2026-05-07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42900" y="600075"/>
            <a:ext cx="2000250" cy="1076325"/>
          </a:xfrm>
          <a:prstGeom prst="roundRect">
            <a:avLst>
              <a:gd name="adj" fmla="val 8850"/>
            </a:avLst>
          </a:prstGeom>
          <a:solidFill>
            <a:srgbClr val="16213E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8061" y="742950"/>
            <a:ext cx="17099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PAGES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88061" y="876300"/>
            <a:ext cx="170992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488061" y="1390650"/>
            <a:ext cx="17099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42900" y="1790700"/>
            <a:ext cx="2000250" cy="266700"/>
          </a:xfrm>
          <a:prstGeom prst="roundRect">
            <a:avLst>
              <a:gd name="adj" fmla="val 21429"/>
            </a:avLst>
          </a:prstGeom>
          <a:solidFill>
            <a:srgbClr val="00D4AA">
              <a:alpha val="1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18859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075" y="1857375"/>
            <a:ext cx="11605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배포 완료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2900" y="2171700"/>
            <a:ext cx="2000250" cy="575072"/>
          </a:xfrm>
          <a:prstGeom prst="roundRect">
            <a:avLst>
              <a:gd name="adj" fmla="val 13251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725" y="2276475"/>
            <a:ext cx="17876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접속 URL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66725" y="2428875"/>
            <a:ext cx="178765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DA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epl-scouting-report-dashboard-project-ffyb8msh6uafxyyg8txsm8.streamlit.app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42900" y="2861072"/>
            <a:ext cx="2000250" cy="361950"/>
          </a:xfrm>
          <a:prstGeom prst="roundRect">
            <a:avLst>
              <a:gd name="adj" fmla="val 21053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" y="2946797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3425" y="2956322"/>
            <a:ext cx="1515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robinho0329 / EPL-scouting-report-dashboard-project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533650" y="600075"/>
            <a:ext cx="6431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목록 (16개)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533650" y="800100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19375" y="866775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800350" y="866775"/>
            <a:ext cx="233172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121944" y="800100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07669" y="866775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388644" y="866775"/>
            <a:ext cx="57336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즉시 분석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710238" y="800100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95963" y="866775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976938" y="866775"/>
            <a:ext cx="636517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쇼트리스트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7298531" y="800100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84256" y="866775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565231" y="866775"/>
            <a:ext cx="835685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인텔리전스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2533650" y="1263848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19375" y="1330523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2800350" y="1330523"/>
            <a:ext cx="549078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개요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121944" y="1263848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207669" y="1330523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388644" y="1330523"/>
            <a:ext cx="374199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분석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710238" y="1263848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95963" y="1330523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976938" y="1330523"/>
            <a:ext cx="636517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인텔리전스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7298531" y="1263848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84256" y="1330523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565231" y="1330523"/>
            <a:ext cx="549078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탐색기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2533650" y="1727597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619375" y="1794272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800350" y="1794272"/>
            <a:ext cx="680237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탐색기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4121944" y="1727597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207669" y="1794272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388644" y="1794272"/>
            <a:ext cx="461638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프로파일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5710238" y="1727597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795963" y="1794272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76938" y="1794272"/>
            <a:ext cx="57336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통계 순위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7298531" y="1727597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384256" y="1794272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565231" y="1794272"/>
            <a:ext cx="374199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개요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2533650" y="2191345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619375" y="2258020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2800350" y="2258020"/>
            <a:ext cx="374199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비교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4121944" y="2191345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207669" y="2258020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388644" y="2258020"/>
            <a:ext cx="374199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역대 기록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5710238" y="2191345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795963" y="2258020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976938" y="2258020"/>
            <a:ext cx="69951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설명 (SHAP)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7298531" y="2191345"/>
            <a:ext cx="1540669" cy="416123"/>
          </a:xfrm>
          <a:prstGeom prst="roundRect">
            <a:avLst>
              <a:gd name="adj" fmla="val 13734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384256" y="2258020"/>
            <a:ext cx="136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7565231" y="2258020"/>
            <a:ext cx="66080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유형 탐색기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342900" y="4667250"/>
            <a:ext cx="8496300" cy="323850"/>
          </a:xfrm>
          <a:prstGeom prst="roundRect">
            <a:avLst>
              <a:gd name="adj" fmla="val 17647"/>
            </a:avLst>
          </a:prstGeom>
          <a:solidFill>
            <a:srgbClr val="E94560">
              <a:alpha val="1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04825" y="4752975"/>
            <a:ext cx="79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78061" y="4757738"/>
            <a:ext cx="1591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P2 득점 예측 블록 추가 예정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4927550" y="4767263"/>
            <a:ext cx="38247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dashboard/pages/player_intelligence.py — st.columns(2) 확장 · P2 XGBoost 모델 연동 (R² 0.8877)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2026-05-07T00:29:05Z</dcterms:created>
  <dcterms:modified xsi:type="dcterms:W3CDTF">2026-05-07T00:29:05Z</dcterms:modified>
</cp:coreProperties>
</file>