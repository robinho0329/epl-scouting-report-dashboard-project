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901" y="203150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9456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8753" y="298252"/>
            <a:ext cx="125846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710952" y="233214"/>
            <a:ext cx="8939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제19회 정기 미팅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0952" y="395139"/>
            <a:ext cx="893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주간 킥오프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2000" y="863501"/>
            <a:ext cx="71248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 ·  DAILY BRIEFING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62000" y="1085701"/>
            <a:ext cx="71248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 </a:t>
            </a:r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62000" y="1641872"/>
            <a:ext cx="558701" cy="25301"/>
          </a:xfrm>
          <a:prstGeom prst="roundRect">
            <a:avLst>
              <a:gd name="adj" fmla="val 10039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1794123"/>
            <a:ext cx="71248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05월 11일 (월) — 데일리 브리핑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2105174"/>
            <a:ext cx="71248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제19회 정기 미팅  |  월요일 주간 킥오프 미팅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2000" y="2273350"/>
            <a:ext cx="71248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 ×  Marcus Webb (Analytics Agent)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762000"/>
            <a:ext cx="812750" cy="812750"/>
          </a:xfrm>
          <a:prstGeom prst="roundRect">
            <a:avLst>
              <a:gd name="adj" fmla="val 112507"/>
            </a:avLst>
          </a:prstGeom>
          <a:solidFill>
            <a:srgbClr val="161B22"/>
          </a:solidFill>
          <a:ln w="571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18152" y="977801"/>
            <a:ext cx="378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19102" y="1168301"/>
            <a:ext cx="1763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46540" y="1263551"/>
            <a:ext cx="3215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213595" y="1625501"/>
            <a:ext cx="3877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평가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0" y="4775299"/>
            <a:ext cx="9144000" cy="36820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0" y="4784824"/>
            <a:ext cx="9144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701" y="4897487"/>
            <a:ext cx="5848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내내 success=true가 찍혔으나 숫자가 하나도 안 바뀌었습니다.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수정과 스크립트 실행은 다릅니다.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반드시 메워야 합니다.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17383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35391" y="209550"/>
            <a:ext cx="1941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2026-05-11 · 미달 2건 / 즉시 활용 8개 페이지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07938"/>
            <a:ext cx="2076450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745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57450" y="407938"/>
            <a:ext cx="2076450" cy="0"/>
          </a:xfrm>
          <a:prstGeom prst="line">
            <a:avLst/>
          </a:prstGeom>
          <a:noFill/>
          <a:ln w="28575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010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10100" y="407938"/>
            <a:ext cx="207645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2750" y="393650"/>
            <a:ext cx="2076450" cy="463748"/>
          </a:xfrm>
          <a:prstGeom prst="roundRect">
            <a:avLst>
              <a:gd name="adj" fmla="val 1369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62750" y="407938"/>
            <a:ext cx="2076450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34335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어제(2026-05-10) 달성·미달 체크리스트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98766" y="209550"/>
            <a:ext cx="208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success=true 허위 양성 — 코드 미반영 4일 연속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31750"/>
            <a:ext cx="5308699" cy="541139"/>
          </a:xfrm>
          <a:prstGeom prst="roundRect">
            <a:avLst>
              <a:gd name="adj" fmla="val 14081"/>
            </a:avLst>
          </a:prstGeom>
          <a:solidFill>
            <a:srgbClr val="1E1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8613" y="431750"/>
            <a:ext cx="0" cy="541139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026" y="54590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12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0227" y="533251"/>
            <a:ext cx="39751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0227" y="733276"/>
            <a:ext cx="397515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실행됨(success=true) /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v5.1 코드 미반영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R²=0.586 동일 (4일 연속)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1049089"/>
            <a:ext cx="5308699" cy="541139"/>
          </a:xfrm>
          <a:prstGeom prst="roundRect">
            <a:avLst>
              <a:gd name="adj" fmla="val 14081"/>
            </a:avLst>
          </a:prstGeom>
          <a:solidFill>
            <a:srgbClr val="1E1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613" y="1049089"/>
            <a:ext cx="0" cy="541139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026" y="116324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12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0227" y="1150590"/>
            <a:ext cx="39751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재학습 실행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0227" y="1350615"/>
            <a:ext cx="397515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실행됨(success=true) /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RobustScaler·ELO trend 미수정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Acc=54.79% 동일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4800" y="1666429"/>
            <a:ext cx="5308699" cy="541139"/>
          </a:xfrm>
          <a:prstGeom prst="roundRect">
            <a:avLst>
              <a:gd name="adj" fmla="val 14081"/>
            </a:avLst>
          </a:prstGeom>
          <a:solidFill>
            <a:srgbClr val="001E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8613" y="1666429"/>
            <a:ext cx="0" cy="541139"/>
          </a:xfrm>
          <a:prstGeom prst="line">
            <a:avLst/>
          </a:prstGeom>
          <a:noFill/>
          <a:ln w="47625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026" y="17805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0227" y="1767929"/>
            <a:ext cx="39751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dev_result.json 정상화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0227" y="1967954"/>
            <a:ext cx="397515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2026-05-10_dev_result.json 생성 확인 —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 복구 신호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91200" y="431750"/>
            <a:ext cx="3048000" cy="95220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810250" y="431750"/>
            <a:ext cx="0" cy="952202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8901" y="546050"/>
            <a:ext cx="27853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교훈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68901" y="765125"/>
            <a:ext cx="2730698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5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실행 완료 = 코드 수정 완료가 아님</a:t>
            </a:r>
            <a:endParaRPr lang="en-US" sz="750" dirty="0"/>
          </a:p>
          <a:p>
            <a:pPr algn="l" marL="342900" indent="-342900">
              <a:lnSpc>
                <a:spcPts val="1125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 R² ≥ 0.60 달성 시에만 success=true</a:t>
            </a:r>
            <a:endParaRPr lang="en-US" sz="750" dirty="0"/>
          </a:p>
          <a:p>
            <a:pPr algn="l" marL="342900" indent="-342900">
              <a:lnSpc>
                <a:spcPts val="1125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C9D1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 Acc ≥ 57% 달성 시에만 success=true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91200" y="1472803"/>
            <a:ext cx="3048000" cy="3010346"/>
          </a:xfrm>
          <a:prstGeom prst="roundRect">
            <a:avLst>
              <a:gd name="adj" fmla="val 2109"/>
            </a:avLst>
          </a:prstGeom>
          <a:solidFill>
            <a:srgbClr val="16213E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40326" y="1596628"/>
            <a:ext cx="2804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원인 진단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0326" y="1828354"/>
            <a:ext cx="28047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40326" y="1987004"/>
            <a:ext cx="2804743" cy="25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실행됐으나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FW/MID 분리 모델 + gc_trend_3yr 코드 미삽입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긍정: LGBM val R²=0.6395 — 알고리즘 자체 문제 없음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40326" y="2333327"/>
            <a:ext cx="28047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40326" y="2491978"/>
            <a:ext cx="2804743" cy="25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train_pipeline.py 실행됐으나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RobustScaler 교체·elo_trend_3·form_elo_composite 추가 코드 미삽입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0" y="4779169"/>
            <a:ext cx="9144000" cy="36433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0" y="4788694"/>
            <a:ext cx="91440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800" y="4899720"/>
            <a:ext cx="43001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P7 val R²=0.6395 — 실제 코드 반영 시 목표 달성 가능. 오늘 코드 커밋으로만 마감 처리.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19719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05885" y="209550"/>
            <a:ext cx="22779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계획이 아닌 코드 커밋으로만 마감 — 3개 완료 시 5.0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19100"/>
            <a:ext cx="2777133" cy="4038600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38150"/>
            <a:ext cx="2777133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401" y="866477"/>
            <a:ext cx="25478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4401" y="1037927"/>
            <a:ext cx="254789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실질 구현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401" y="1288703"/>
            <a:ext cx="2497931" cy="403027"/>
          </a:xfrm>
          <a:prstGeom prst="roundRect">
            <a:avLst>
              <a:gd name="adj" fmla="val 12605"/>
            </a:avLst>
          </a:prstGeom>
          <a:solidFill>
            <a:srgbClr val="0D1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251" y="1352104"/>
            <a:ext cx="23666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test R² 0.586 / val 0.6395
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목표까지 +0.034p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4401" y="1767929"/>
            <a:ext cx="2497931" cy="74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FW/MID 포지션 분리 모델 실제 구현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gc_trend_3yr 피처 복원 (분리 모델 적용)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Optuna 100 trials (v5의 35에서 확장)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LinearRegression(positive=True) 메타모델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results_summary.json v5.1 업데이트 후 커밋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44401" y="3848398"/>
            <a:ext cx="2497931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2776" y="3908673"/>
            <a:ext cx="23472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test R² ≥ 0.62 / val-test 갭 ≤ 0.07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183434" y="419100"/>
            <a:ext cx="2777133" cy="4038600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83434" y="438150"/>
            <a:ext cx="2777133" cy="0"/>
          </a:xfrm>
          <a:prstGeom prst="line">
            <a:avLst/>
          </a:prstGeom>
          <a:noFill/>
          <a:ln w="38100">
            <a:solidFill>
              <a:srgbClr val="C0C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3034" y="866477"/>
            <a:ext cx="25478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23034" y="1037927"/>
            <a:ext cx="254789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코드 수정 및 재학습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3034" y="1288703"/>
            <a:ext cx="2497931" cy="403027"/>
          </a:xfrm>
          <a:prstGeom prst="roundRect">
            <a:avLst>
              <a:gd name="adj" fmla="val 12605"/>
            </a:avLst>
          </a:prstGeom>
          <a:solidFill>
            <a:srgbClr val="0D1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11885" y="1352104"/>
            <a:ext cx="23666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Acc 54.79% / F1 40.65%
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목표까지 +2.21%p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23034" y="1767929"/>
            <a:ext cx="2497931" cy="58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StandardScaler → RobustScaler 교체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elo_trend_3, form_elo_composite 추가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n_estimators=600 / max_depth=5 / lr=0.03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 후 재학습 → 커밋·푸시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23034" y="3848398"/>
            <a:ext cx="2497931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1410" y="3908673"/>
            <a:ext cx="23472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XGBoost test Acc ≥ 57%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62067" y="419100"/>
            <a:ext cx="2777133" cy="4038600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62067" y="438150"/>
            <a:ext cx="2777133" cy="0"/>
          </a:xfrm>
          <a:prstGeom prst="line">
            <a:avLst/>
          </a:prstGeom>
          <a:noFill/>
          <a:ln w="38100">
            <a:solidFill>
              <a:srgbClr val="CD7F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1668" y="866477"/>
            <a:ext cx="25478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01668" y="1037927"/>
            <a:ext cx="254789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JSON 오류 수정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1668" y="1288703"/>
            <a:ext cx="2497931" cy="403027"/>
          </a:xfrm>
          <a:prstGeom prst="roundRect">
            <a:avLst>
              <a:gd name="adj" fmla="val 12605"/>
            </a:avLst>
          </a:prstGeom>
          <a:solidFill>
            <a:srgbClr val="0D1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90518" y="1352104"/>
            <a:ext cx="23666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63번째 줄 NaN/Infinity
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파싱 불가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01668" y="1767929"/>
            <a:ext cx="2497931" cy="58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63번째 줄 NaN / Infinity 특정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유효한 수치로 교체 또는 null 처리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json.load() 파싱 성공 확인</a:t>
            </a:r>
            <a:endParaRPr lang="en-US" sz="700" dirty="0"/>
          </a:p>
          <a:p>
            <a:pPr algn="l" marL="342900" indent="-342900">
              <a:lnSpc>
                <a:spcPts val="105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P2 페이지 오류 없음 확인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01668" y="3848398"/>
            <a:ext cx="2497931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00043" y="3908673"/>
            <a:ext cx="23472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json.load() 파싱 성공 / 대시보드 정상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0" y="4543276"/>
            <a:ext cx="9144000" cy="600224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0" y="4548039"/>
            <a:ext cx="91440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4800" y="4781401"/>
            <a:ext cx="636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예상 점수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56233" y="4616202"/>
            <a:ext cx="1888480" cy="463897"/>
          </a:xfrm>
          <a:prstGeom prst="roundRect">
            <a:avLst>
              <a:gd name="adj" fmla="val 10951"/>
            </a:avLst>
          </a:prstGeom>
          <a:solidFill>
            <a:srgbClr val="1A14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11733" y="4670078"/>
            <a:ext cx="17774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달성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11733" y="4784378"/>
            <a:ext cx="1777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1733" y="4927253"/>
            <a:ext cx="177748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P7+P1+P2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020913" y="4616202"/>
            <a:ext cx="1888629" cy="463897"/>
          </a:xfrm>
          <a:prstGeom prst="roundRect">
            <a:avLst>
              <a:gd name="adj" fmla="val 10951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76411" y="4670078"/>
            <a:ext cx="177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달성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076411" y="4784378"/>
            <a:ext cx="1777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076411" y="4927253"/>
            <a:ext cx="177763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미완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985742" y="4616202"/>
            <a:ext cx="1888629" cy="463897"/>
          </a:xfrm>
          <a:prstGeom prst="roundRect">
            <a:avLst>
              <a:gd name="adj" fmla="val 10951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41240" y="4670078"/>
            <a:ext cx="177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P7만 달성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041240" y="4784378"/>
            <a:ext cx="1777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41240" y="4927253"/>
            <a:ext cx="177763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P1·P2 미완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950571" y="4616202"/>
            <a:ext cx="1888629" cy="463897"/>
          </a:xfrm>
          <a:prstGeom prst="roundRect">
            <a:avLst>
              <a:gd name="adj" fmla="val 10951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006069" y="4670078"/>
            <a:ext cx="177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미달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006069" y="4784378"/>
            <a:ext cx="1777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06069" y="4927253"/>
            <a:ext cx="177763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이월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22993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6498" y="209550"/>
            <a:ext cx="1644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 → 5.0  |  오늘 3단계 완료 시 달성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7301" y="609451"/>
            <a:ext cx="1269950" cy="1269950"/>
          </a:xfrm>
          <a:prstGeom prst="roundRect">
            <a:avLst>
              <a:gd name="adj" fmla="val 72003"/>
            </a:avLst>
          </a:prstGeom>
          <a:solidFill>
            <a:srgbClr val="16213E"/>
          </a:solidFill>
          <a:ln w="7620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9033" y="1980902"/>
            <a:ext cx="1646486" cy="228600"/>
          </a:xfrm>
          <a:prstGeom prst="roundRect">
            <a:avLst>
              <a:gd name="adj" fmla="val 50000"/>
            </a:avLst>
          </a:prstGeom>
          <a:solidFill>
            <a:srgbClr val="200808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5509" y="2028527"/>
            <a:ext cx="14010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4.85 → −0.03 (허위 양성)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4800" y="2311003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4800" y="2545854"/>
            <a:ext cx="2235101" cy="101501"/>
          </a:xfrm>
          <a:prstGeom prst="roundRect">
            <a:avLst>
              <a:gd name="adj" fmla="val 200195"/>
            </a:avLst>
          </a:prstGeom>
          <a:solidFill>
            <a:srgbClr val="16213E"/>
          </a:solidFill>
          <a:ln w="9525">
            <a:solidFill>
              <a:srgbClr val="2A32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4325" y="2555379"/>
            <a:ext cx="2136130" cy="82451"/>
          </a:xfrm>
          <a:prstGeom prst="roundRect">
            <a:avLst>
              <a:gd name="adj" fmla="val 24644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85529" y="2748855"/>
            <a:ext cx="4634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96.4% 달성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41550" y="482501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41550" y="745927"/>
            <a:ext cx="660350" cy="422077"/>
          </a:xfrm>
          <a:prstGeom prst="roundRect">
            <a:avLst>
              <a:gd name="adj" fmla="val 15045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57909" y="815727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57909" y="993428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314245" y="756345"/>
            <a:ext cx="132161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14245" y="959495"/>
            <a:ext cx="1321612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14245" y="1058614"/>
            <a:ext cx="132161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 +0.10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648200" y="745927"/>
            <a:ext cx="660350" cy="422077"/>
          </a:xfrm>
          <a:prstGeom prst="roundRect">
            <a:avLst>
              <a:gd name="adj" fmla="val 15045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4558" y="815727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558" y="993428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후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378101" y="1206103"/>
            <a:ext cx="196905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8851" y="1371154"/>
            <a:ext cx="660350" cy="422077"/>
          </a:xfrm>
          <a:prstGeom prst="roundRect">
            <a:avLst>
              <a:gd name="adj" fmla="val 15045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45209" y="1440954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45209" y="1618655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목표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109418" y="1381571"/>
            <a:ext cx="51856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09418" y="1584722"/>
            <a:ext cx="518565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109418" y="1683841"/>
            <a:ext cx="51856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 +0.05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648200" y="1371154"/>
            <a:ext cx="660350" cy="422077"/>
          </a:xfrm>
          <a:prstGeom prst="roundRect">
            <a:avLst>
              <a:gd name="adj" fmla="val 15045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64558" y="1440954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64558" y="1618655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달성 후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378101" y="1831330"/>
            <a:ext cx="196905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8851" y="1996380"/>
            <a:ext cx="660350" cy="422077"/>
          </a:xfrm>
          <a:prstGeom prst="roundRect">
            <a:avLst>
              <a:gd name="adj" fmla="val 15045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45209" y="2066181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45209" y="2243882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준최종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109418" y="2006798"/>
            <a:ext cx="51856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09418" y="2209949"/>
            <a:ext cx="518565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JSON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109418" y="2309068"/>
            <a:ext cx="51856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+0.03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48200" y="1996380"/>
            <a:ext cx="660350" cy="422077"/>
          </a:xfrm>
          <a:prstGeom prst="roundRect">
            <a:avLst>
              <a:gd name="adj" fmla="val 15045"/>
            </a:avLst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64558" y="2066181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64558" y="2243882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목표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2641550" y="2519958"/>
            <a:ext cx="2667000" cy="453033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660600" y="2519958"/>
            <a:ext cx="0" cy="453033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93950" y="2608808"/>
            <a:ext cx="2448306" cy="27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pPr algn="l" indent="0" marL="0">
              <a:lnSpc>
                <a:spcPts val="1085"/>
              </a:lnSpc>
              <a:buNone/>
            </a:pPr>
            <a:r>
              <a:rPr lang="en-US" sz="700" b="1" i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스크립트가 실행됐다</a:t>
            </a:r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pPr algn="l" indent="0" marL="0">
              <a:lnSpc>
                <a:spcPts val="1085"/>
              </a:lnSpc>
              <a:buNone/>
            </a:pPr>
            <a:r>
              <a:rPr lang="en-US" sz="700" b="1" i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 수정됐다</a:t>
            </a:r>
            <a:pPr algn="l" indent="0" marL="0">
              <a:lnSpc>
                <a:spcPts val="108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다릅니다. 이 차이를 오늘은 반드시 메워야 합니다."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48400" y="482501"/>
            <a:ext cx="2642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달성 항목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48400" y="701576"/>
            <a:ext cx="2590800" cy="273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48400" y="758577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464201" y="745927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64201" y="891927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Acc 100%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48400" y="109805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464201" y="1085404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64201" y="1231404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NDCG@10 0.9993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48400" y="143753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464201" y="1424880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64201" y="1570881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4.66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248400" y="177700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464201" y="1764357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64201" y="1910358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£3.28M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48400" y="211648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464201" y="2103834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64201" y="2249835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F1 88.23%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248400" y="245596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464201" y="2443311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464201" y="2589312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£3.23M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48400" y="279543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64201" y="2782788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464201" y="2928789"/>
            <a:ext cx="2422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 GK </a:t>
            </a:r>
            <a:pPr algn="l" indent="0" marL="0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0.4873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DEF 0.3637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248400" y="313491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464201" y="3122265"/>
            <a:ext cx="2422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16페이지 배포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464201" y="3268266"/>
            <a:ext cx="24224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8개 즉시 활용 — Streamlit Cloud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0" y="4822924"/>
            <a:ext cx="9144000" cy="3205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0" y="4827687"/>
            <a:ext cx="91440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4800" y="4921300"/>
            <a:ext cx="1536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P7 완료만 해도</a:t>
            </a:r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 달성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688461" y="4921300"/>
            <a:ext cx="117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전부 완료 → </a:t>
            </a:r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도달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14300"/>
            <a:ext cx="21053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29760" y="209550"/>
            <a:ext cx="1743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· 8개 영입 회의 즉시 투입 가능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06301"/>
            <a:ext cx="2057400" cy="844302"/>
          </a:xfrm>
          <a:prstGeom prst="roundRect">
            <a:avLst>
              <a:gd name="adj" fmla="val 902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25351"/>
            <a:ext cx="205740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3701" y="406301"/>
            <a:ext cx="2057549" cy="844302"/>
          </a:xfrm>
          <a:prstGeom prst="roundRect">
            <a:avLst>
              <a:gd name="adj" fmla="val 902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63701" y="425351"/>
            <a:ext cx="2057549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750" y="406301"/>
            <a:ext cx="2057400" cy="844302"/>
          </a:xfrm>
          <a:prstGeom prst="roundRect">
            <a:avLst>
              <a:gd name="adj" fmla="val 902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22750" y="425351"/>
            <a:ext cx="20574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1651" y="406301"/>
            <a:ext cx="2057549" cy="844302"/>
          </a:xfrm>
          <a:prstGeom prst="roundRect">
            <a:avLst>
              <a:gd name="adj" fmla="val 902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81651" y="425351"/>
            <a:ext cx="2057549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201" y="153337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58852" y="1552426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R²=0.9093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MAE=4.66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85050" y="1533376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8201" y="1752451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58852" y="1771501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Spearman=0.9987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NDCG@10=0.9993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85050" y="1752451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8201" y="197152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58852" y="1990576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R²=0.8734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MAE=£3.28M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85050" y="1971526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8201" y="2190601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58852" y="2209651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R²=0.8812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MAE=£3.23M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85050" y="2190601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8201" y="240967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58852" y="2428726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AUC=0.6612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F1=88.23%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85050" y="2409676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8201" y="2628751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탐색기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58852" y="2647801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AUC=100%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Acc=100%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85050" y="2628751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즉시 활용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8201" y="284782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58852" y="2866876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Sil(GK)=</a:t>
            </a:r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0.4873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DEF=0.3637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85050" y="2847826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실용적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8201" y="3066901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58852" y="3085951"/>
            <a:ext cx="4793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AUC=0.8324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F1=61.74%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785050" y="3066901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참고 활용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8201" y="328597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 예측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58852" y="3290739"/>
            <a:ext cx="47933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Acc=54.79% (목표 57% 미달)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85050" y="3285976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비활성화 검토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68201" y="3505051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58852" y="3509814"/>
            <a:ext cx="47933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R²=0.586 (목표 0.62 미달)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785050" y="3505051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조건부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8201" y="372412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958852" y="3728889"/>
            <a:ext cx="47933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파싱 오류 (63번째 줄 NaN)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785050" y="3724126"/>
            <a:ext cx="101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수정 후 가능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0" y="4518124"/>
            <a:ext cx="9144000" cy="625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0" y="4522887"/>
            <a:ext cx="9144000" cy="0"/>
          </a:xfrm>
          <a:prstGeom prst="line">
            <a:avLst/>
          </a:prstGeom>
          <a:noFill/>
          <a:ln w="9525">
            <a:solidFill>
              <a:srgbClr val="1A4A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800" y="4621411"/>
            <a:ext cx="6226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하이라이트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4800" y="4783336"/>
            <a:ext cx="622672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Oliver Arblaster (Sheffield Utd, MF, 20) — £45만 /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£248만 (5.5배)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04800" y="4916537"/>
            <a:ext cx="622672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Jakub Stolarczyk (Leicester, GK, 24) — £100만 /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£425만 (4.3배)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68050" y="4603849"/>
            <a:ext cx="2271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568050" y="4737199"/>
            <a:ext cx="227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algn="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epl-scouting-report-dashboard-project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-ffyb8msh6uafxyyg8txsm8.streamlit.app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568050" y="4953000"/>
            <a:ext cx="2271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P1·P7·P2 수정 → 즉시 활용 11개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2026-05-11T00:30:55Z</dcterms:created>
  <dcterms:modified xsi:type="dcterms:W3CDTF">2026-05-11T00:30:55Z</dcterms:modified>
</cp:coreProperties>
</file>