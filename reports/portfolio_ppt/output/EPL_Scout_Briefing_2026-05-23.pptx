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1250" y="203150"/>
            <a:ext cx="457200" cy="558701"/>
          </a:xfrm>
          <a:prstGeom prst="roundRect">
            <a:avLst>
              <a:gd name="adj" fmla="val 200000"/>
            </a:avLst>
          </a:prstGeom>
          <a:solidFill>
            <a:srgbClr val="FF6B6B">
              <a:alpha val="12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90347" y="380851"/>
            <a:ext cx="141634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9977" y="250775"/>
            <a:ext cx="14436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32번째 정기 미팅 | 09:00 KST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43584" y="250775"/>
            <a:ext cx="1106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토요일 — 주말 긴급 점검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27090" y="250775"/>
            <a:ext cx="11491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+ P1 12일 연속 미달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51971" y="250775"/>
            <a:ext cx="1863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금요일 경고 발동 — 3건 중 0건 달성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8951" y="1715691"/>
            <a:ext cx="8536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8951" y="1937891"/>
            <a:ext cx="8536888" cy="101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Aft>
                <a:spcPts val="900"/>
              </a:spcAft>
              <a:buNone/>
            </a:pPr>
            <a:r>
              <a:rPr lang="en-US" sz="3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
</a:t>
            </a:r>
            <a:pPr algn="l" indent="0" marL="0">
              <a:lnSpc>
                <a:spcPts val="3990"/>
              </a:lnSpc>
              <a:spcAft>
                <a:spcPts val="900"/>
              </a:spcAft>
              <a:buNone/>
            </a:pPr>
            <a:r>
              <a:rPr lang="en-US" sz="3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18951" y="3065711"/>
            <a:ext cx="85368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| </a:t>
            </a:r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2026-05-23 (토)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59551" y="3311723"/>
            <a:ext cx="1428899" cy="1069777"/>
          </a:xfrm>
          <a:prstGeom prst="roundRect">
            <a:avLst>
              <a:gd name="adj" fmla="val 11872"/>
            </a:avLst>
          </a:prstGeom>
          <a:solidFill>
            <a:srgbClr val="FF6B6B">
              <a:alpha val="12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1906" y="3445073"/>
            <a:ext cx="10041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평가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71906" y="3603724"/>
            <a:ext cx="100418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571906" y="3959275"/>
            <a:ext cx="1004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71906" y="4114800"/>
            <a:ext cx="10041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4.50 → 경고 반영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401" y="4483150"/>
            <a:ext cx="9080599" cy="660350"/>
          </a:xfrm>
          <a:prstGeom prst="rect">
            <a:avLst/>
          </a:prstGeom>
          <a:solidFill>
            <a:srgbClr val="FF6B6B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401" y="4492675"/>
            <a:ext cx="9080599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951" y="4744641"/>
            <a:ext cx="7143018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12일입니다. 오늘 저녁 push가 없으면 월요일 아침 4.20 이하입니다. 로컬 PC를 켜십시오.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48860" y="4770388"/>
            <a:ext cx="12643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09:00 KST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03150"/>
            <a:ext cx="62044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이그제큐티브 서머리 — 10개 정상, P7·P1 12일 연속 미달 오늘 저녁 종결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81193" y="260300"/>
            <a:ext cx="977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2026-05-23 | 32회차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4800" y="590401"/>
            <a:ext cx="2057400" cy="886123"/>
          </a:xfrm>
          <a:prstGeom prst="roundRect">
            <a:avLst>
              <a:gd name="adj" fmla="val 1003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609451"/>
            <a:ext cx="2057400" cy="0"/>
          </a:xfrm>
          <a:prstGeom prst="line">
            <a:avLst/>
          </a:prstGeom>
          <a:noFill/>
          <a:ln w="38100">
            <a:solidFill>
              <a:srgbClr val="38D9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9674" y="742801"/>
            <a:ext cx="178765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9674" y="1098352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모델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39674" y="1247924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12개 중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463701" y="590401"/>
            <a:ext cx="2057549" cy="886123"/>
          </a:xfrm>
          <a:prstGeom prst="roundRect">
            <a:avLst>
              <a:gd name="adj" fmla="val 1003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63701" y="609451"/>
            <a:ext cx="2057549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8573" y="742801"/>
            <a:ext cx="1787804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98573" y="1098352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P7·P1 연속 미달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98573" y="1247924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데드라인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622750" y="590401"/>
            <a:ext cx="2057400" cy="886123"/>
          </a:xfrm>
          <a:prstGeom prst="roundRect">
            <a:avLst>
              <a:gd name="adj" fmla="val 1003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22750" y="609451"/>
            <a:ext cx="2057400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7624" y="742801"/>
            <a:ext cx="178765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7624" y="1098352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평가 / 5.0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57624" y="1247924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4.50 대비 ▼ 0.12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781651" y="590401"/>
            <a:ext cx="2057549" cy="886123"/>
          </a:xfrm>
          <a:prstGeom prst="roundRect">
            <a:avLst>
              <a:gd name="adj" fmla="val 1003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81651" y="609451"/>
            <a:ext cx="2057549" cy="0"/>
          </a:xfrm>
          <a:prstGeom prst="line">
            <a:avLst/>
          </a:prstGeom>
          <a:noFill/>
          <a:ln w="38100">
            <a:solidFill>
              <a:srgbClr val="38D9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6524" y="742801"/>
            <a:ext cx="1787804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16524" y="1098352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페이지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916524" y="1247924"/>
            <a:ext cx="1787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04800" y="1616125"/>
            <a:ext cx="8534400" cy="3117800"/>
          </a:xfrm>
          <a:prstGeom prst="roundRect">
            <a:avLst>
              <a:gd name="adj" fmla="val 285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01" y="288161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202" y="2843510"/>
            <a:ext cx="754924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P7(성장곡선 R²=0.586) · P1(경기결과 Acc=54.79%)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12일 연속 목표 미달, 오늘 저녁 로컬 실행 데드라인. 결과 push 없으면 월요일 4.20 이하.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501" y="313223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0202" y="3094137"/>
            <a:ext cx="785558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어제(05-22 금) 액션아이템 3개 중 </a:t>
            </a:r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0개 달성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금요일 경고 반영 평가 하락 </a:t>
            </a:r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(4.50 → 4.38, −0.12)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12일 연속 미달 −0.10 / S3 파일 4일 연속 미달 −0.02.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2501" y="338286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0202" y="3344763"/>
            <a:ext cx="6673182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</a:t>
            </a:r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 페이지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P7 달성 시 "현재가치→성장→이적적응" 완전한 가치 사슬 완성. S1+S2 조합으로 30초 정량화 가능.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4800" y="4848225"/>
            <a:ext cx="8534400" cy="295275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501" y="493871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0202" y="4929188"/>
            <a:ext cx="830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 (P1·P7)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18482" y="493871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96183" y="4929188"/>
            <a:ext cx="1003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3개 (P5·S3·S6)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24276" y="493871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01977" y="4929188"/>
            <a:ext cx="1180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4개 (P2·P6·P8·S2)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03604" y="493871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581305" y="4929188"/>
            <a:ext cx="11017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3개 (P3·P4·S1)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5382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— 10개 정상, P7·P1 12일 연속 미달 절대 경보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32093" y="212675"/>
            <a:ext cx="977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2026-05-23 | 32회차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3901" y="495151"/>
            <a:ext cx="2092375" cy="510927"/>
          </a:xfrm>
          <a:prstGeom prst="roundRect">
            <a:avLst>
              <a:gd name="adj" fmla="val 1242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3901" y="509439"/>
            <a:ext cx="2092375" cy="0"/>
          </a:xfrm>
          <a:prstGeom prst="line">
            <a:avLst/>
          </a:prstGeom>
          <a:noFill/>
          <a:ln w="28575">
            <a:solidFill>
              <a:srgbClr val="00D2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6508" y="587127"/>
            <a:ext cx="1927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508" y="828377"/>
            <a:ext cx="1927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(P3, P4, S1)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35126" y="495151"/>
            <a:ext cx="2092523" cy="510927"/>
          </a:xfrm>
          <a:prstGeom prst="roundRect">
            <a:avLst>
              <a:gd name="adj" fmla="val 1242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35126" y="509439"/>
            <a:ext cx="2092523" cy="0"/>
          </a:xfrm>
          <a:prstGeom prst="line">
            <a:avLst/>
          </a:prstGeom>
          <a:noFill/>
          <a:ln w="28575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7731" y="587127"/>
            <a:ext cx="1927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7731" y="828377"/>
            <a:ext cx="1927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(P2, P6, P8, S2)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616500" y="495151"/>
            <a:ext cx="2092375" cy="510927"/>
          </a:xfrm>
          <a:prstGeom prst="roundRect">
            <a:avLst>
              <a:gd name="adj" fmla="val 1242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16500" y="509439"/>
            <a:ext cx="2092375" cy="0"/>
          </a:xfrm>
          <a:prstGeom prst="line">
            <a:avLst/>
          </a:prstGeom>
          <a:noFill/>
          <a:ln w="28575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107" y="587127"/>
            <a:ext cx="1927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9107" y="828377"/>
            <a:ext cx="1927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(P5, S3, S6)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797725" y="495151"/>
            <a:ext cx="2092375" cy="510927"/>
          </a:xfrm>
          <a:prstGeom prst="roundRect">
            <a:avLst>
              <a:gd name="adj" fmla="val 1242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97725" y="509439"/>
            <a:ext cx="209237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0332" y="587127"/>
            <a:ext cx="1927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80332" y="828377"/>
            <a:ext cx="1927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(P1, P7) 12일 연속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5402" y="1451967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FF6B6B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8802" y="1464618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932111" y="1445568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338834" y="1464618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Acc / F1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917082" y="1459855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 / 40.65%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28890" y="1458218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38057" y="1380530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57%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38057" y="1494830"/>
            <a:ext cx="660648" cy="149126"/>
          </a:xfrm>
          <a:prstGeom prst="roundRect">
            <a:avLst>
              <a:gd name="adj" fmla="val 68131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98332" y="1517005"/>
            <a:ext cx="550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 연속 미달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36352" y="1748582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9752" y="1761232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32111" y="1742182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38834" y="1761232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917082" y="1742182"/>
            <a:ext cx="21897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0.8877 / 0.96골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28890" y="1754832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38057" y="1751707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0.85 대폭 초과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36352" y="1980158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99752" y="1992809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32111" y="1973759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338834" y="1992809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LogReg AUC / Acc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917082" y="1988046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/ 100%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28890" y="1986409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38057" y="1983284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분류 — 포트폴리오 임팩트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36352" y="2211735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99752" y="2224385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932111" y="2205335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338834" y="2224385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/ NDCG@10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917082" y="2219623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0.9987 / 0.9993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28890" y="2217986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38057" y="2214860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— 영입 회의 임팩트 확정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336352" y="2443311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99752" y="2455962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32111" y="2436912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338834" y="2455962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K=3 Silhouette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3917082" y="2451199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0.2851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28890" y="2449562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38057" y="2446437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0.25 초과 유지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36352" y="2674888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99752" y="2687538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932111" y="2668488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338834" y="2687538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917082" y="2682776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 / £3.28M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8890" y="2681139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838057" y="2678013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4단계 활용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55402" y="2971502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FF6B6B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18802" y="2984153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932111" y="2965103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338834" y="2984153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LGBM R² / MAE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917082" y="2979390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 / 1.16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28890" y="2977753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38057" y="2900065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0.62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838057" y="3014365"/>
            <a:ext cx="660648" cy="149126"/>
          </a:xfrm>
          <a:prstGeom prst="roundRect">
            <a:avLst>
              <a:gd name="adj" fmla="val 68131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898332" y="3036540"/>
            <a:ext cx="550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 연속 미달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336352" y="3268117"/>
            <a:ext cx="244673" cy="120551"/>
          </a:xfrm>
          <a:prstGeom prst="roundRect">
            <a:avLst>
              <a:gd name="adj" fmla="val 31605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99752" y="3280767"/>
            <a:ext cx="1202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932111" y="3261717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338834" y="3280767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3917082" y="3276005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 / 88.23% / 80.65%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228890" y="3274368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838057" y="3271242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플래그 도구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36352" y="3499693"/>
            <a:ext cx="243632" cy="120551"/>
          </a:xfrm>
          <a:prstGeom prst="roundRect">
            <a:avLst>
              <a:gd name="adj" fmla="val 31605"/>
            </a:avLst>
          </a:prstGeom>
          <a:solidFill>
            <a:srgbClr val="00D26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399752" y="3512344"/>
            <a:ext cx="1191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32111" y="3493294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338834" y="3512344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3917082" y="3507581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 / 4.66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228890" y="3505944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838057" y="3502819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v1.2 최우수 — 리허설 1단계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36352" y="3731270"/>
            <a:ext cx="243632" cy="120551"/>
          </a:xfrm>
          <a:prstGeom prst="roundRect">
            <a:avLst>
              <a:gd name="adj" fmla="val 31605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399752" y="3743920"/>
            <a:ext cx="1191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932111" y="3724870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338834" y="3743920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R² / MAE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3917082" y="3739158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0.8812 / £3.23M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228890" y="3737521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838057" y="3734395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v4 — 리허설 2단계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336352" y="3962846"/>
            <a:ext cx="243632" cy="120551"/>
          </a:xfrm>
          <a:prstGeom prst="roundRect">
            <a:avLst>
              <a:gd name="adj" fmla="val 31605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399752" y="3975497"/>
            <a:ext cx="1191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932111" y="3956447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338834" y="3975497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 FW/MID/DEF/GK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3917082" y="3970734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0.21/0.23/0.36/0.49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228890" y="3969097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838057" y="3965972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개선 파일 오전 완료 필수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336352" y="4194423"/>
            <a:ext cx="243632" cy="120551"/>
          </a:xfrm>
          <a:prstGeom prst="roundRect">
            <a:avLst>
              <a:gd name="adj" fmla="val 31605"/>
            </a:avLst>
          </a:prstGeom>
          <a:solidFill>
            <a:srgbClr val="FFD43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399752" y="4207073"/>
            <a:ext cx="1191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932111" y="4188023"/>
            <a:ext cx="1305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2338834" y="4207073"/>
            <a:ext cx="152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3917082" y="4202311"/>
            <a:ext cx="2189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 / 61.74% / 75%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228890" y="4200674"/>
            <a:ext cx="487141" cy="10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838057" y="4197548"/>
            <a:ext cx="2028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5단계 활용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253901" y="4730948"/>
            <a:ext cx="8636198" cy="4125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253901" y="4740473"/>
            <a:ext cx="8636198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55402" y="4827687"/>
            <a:ext cx="2333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 S1, P4, P6, S2, P8, P3, P2, S3, S6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2820739" y="4827687"/>
            <a:ext cx="36061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미달: P1 54.79% (목표 57%, 갭 2.21%p) / P7 R² 0.586 (목표 0.62, 갭 0.034)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6533852" y="4813399"/>
            <a:ext cx="2299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오늘: train_v5_1.py (오후) → train_pipeline.py (저녁)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8636198" cy="387251"/>
          </a:xfrm>
          <a:prstGeom prst="roundRect">
            <a:avLst>
              <a:gd name="adj" fmla="val 16398"/>
            </a:avLst>
          </a:prstGeom>
          <a:solidFill>
            <a:srgbClr val="FF6B6B">
              <a:alpha val="15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652" y="30152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1902" y="287238"/>
            <a:ext cx="68289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어제(05-22 금요일) 달성 0건 / 미달 3건 — 달성률 0% / 경고 발동: −0.12 하락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513886" y="260300"/>
            <a:ext cx="1179463" cy="196751"/>
          </a:xfrm>
          <a:prstGeom prst="roundRect">
            <a:avLst>
              <a:gd name="adj" fmla="val 12909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40836" y="292001"/>
            <a:ext cx="944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−0.12 경고 발동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3901" y="679252"/>
            <a:ext cx="6629698" cy="793403"/>
          </a:xfrm>
          <a:prstGeom prst="roundRect">
            <a:avLst>
              <a:gd name="adj" fmla="val 9604"/>
            </a:avLst>
          </a:prstGeom>
          <a:solidFill>
            <a:srgbClr val="FF6B6B">
              <a:alpha val="7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0376" y="7776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5712" y="820489"/>
            <a:ext cx="99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477" y="777627"/>
            <a:ext cx="4831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미실행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0477" y="945803"/>
            <a:ext cx="48317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P7 R² ≥ 0.62 / P1 Acc ≥ 57%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20477" y="1091803"/>
            <a:ext cx="48317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P7 R² 0.586 / P1 Acc 54.79% — 로컬 PC 미가동 / dev_result 파일 없음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20477" y="1250454"/>
            <a:ext cx="48317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 연속 미달 — 오늘 저녁 필수 (내일 아침 없으면 월요일 4.20 이하)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59028" y="777627"/>
            <a:ext cx="1188095" cy="161925"/>
          </a:xfrm>
          <a:prstGeom prst="roundRect">
            <a:avLst>
              <a:gd name="adj" fmla="val 78431"/>
            </a:avLst>
          </a:prstGeom>
          <a:solidFill>
            <a:srgbClr val="FF6B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35228" y="796677"/>
            <a:ext cx="10564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−0.10 (12일 연속 경고)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01" y="1561505"/>
            <a:ext cx="6629698" cy="793403"/>
          </a:xfrm>
          <a:prstGeom prst="roundRect">
            <a:avLst>
              <a:gd name="adj" fmla="val 9604"/>
            </a:avLst>
          </a:prstGeom>
          <a:solidFill>
            <a:srgbClr val="FF6B6B">
              <a:alpha val="7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0376" y="16598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5712" y="1702743"/>
            <a:ext cx="99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0477" y="1659880"/>
            <a:ext cx="55885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s3_fw_improvement_plan.md 파일 미생성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0477" y="1828056"/>
            <a:ext cx="5588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오전 파일 생성 완료 / FW Silhouette 0.25 달성 방안 명시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20477" y="1974056"/>
            <a:ext cx="55885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파일 없음 — 4일 연속 미달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0477" y="2132707"/>
            <a:ext cx="55885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완료 필수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00936" y="1659880"/>
            <a:ext cx="446187" cy="142875"/>
          </a:xfrm>
          <a:prstGeom prst="roundRect">
            <a:avLst>
              <a:gd name="adj" fmla="val 88889"/>
            </a:avLst>
          </a:prstGeom>
          <a:solidFill>
            <a:srgbClr val="FF6B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7136" y="1678930"/>
            <a:ext cx="2996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3901" y="2443758"/>
            <a:ext cx="6629698" cy="793403"/>
          </a:xfrm>
          <a:prstGeom prst="roundRect">
            <a:avLst>
              <a:gd name="adj" fmla="val 9604"/>
            </a:avLst>
          </a:prstGeom>
          <a:solidFill>
            <a:srgbClr val="FF6B6B">
              <a:alpha val="7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0376" y="254213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5712" y="2584996"/>
            <a:ext cx="99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477" y="2542133"/>
            <a:ext cx="54534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 미달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0477" y="2710309"/>
            <a:ext cx="5453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demo_script 최종본 확정 / Q&amp;A 3개 대응 가능 / 금요일 오후 완결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0477" y="2856309"/>
            <a:ext cx="5453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demo_script_draft.md 기존 파일 있으나 최종 완결 증빙 없음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0477" y="3014960"/>
            <a:ext cx="545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 오전으로 기한 이동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68479" y="2542133"/>
            <a:ext cx="578644" cy="161925"/>
          </a:xfrm>
          <a:prstGeom prst="roundRect">
            <a:avLst>
              <a:gd name="adj" fmla="val 78431"/>
            </a:avLst>
          </a:prstGeom>
          <a:solidFill>
            <a:srgbClr val="FF6B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44679" y="2561183"/>
            <a:ext cx="4347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±0 (이월)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010549" y="679252"/>
            <a:ext cx="1879550" cy="1120527"/>
          </a:xfrm>
          <a:prstGeom prst="roundRect">
            <a:avLst>
              <a:gd name="adj" fmla="val 9067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66632" y="825252"/>
            <a:ext cx="1567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달성률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61644" y="1009352"/>
            <a:ext cx="306494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8000906" y="1212503"/>
            <a:ext cx="237271" cy="228600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66632" y="1491853"/>
            <a:ext cx="15673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 달성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10549" y="1901279"/>
            <a:ext cx="1879550" cy="2515344"/>
          </a:xfrm>
          <a:prstGeom prst="roundRect">
            <a:avLst>
              <a:gd name="adj" fmla="val 405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37499" y="2015579"/>
            <a:ext cx="16581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발동 내역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37499" y="2202805"/>
            <a:ext cx="7001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12일 연속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427541" y="2202805"/>
            <a:ext cx="3423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7499" y="2377380"/>
            <a:ext cx="712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 4일 미달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427541" y="2377380"/>
            <a:ext cx="3423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37499" y="2551956"/>
            <a:ext cx="181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427541" y="2551956"/>
            <a:ext cx="3423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7499" y="2751981"/>
            <a:ext cx="1625650" cy="326827"/>
          </a:xfrm>
          <a:prstGeom prst="roundRect">
            <a:avLst>
              <a:gd name="adj" fmla="val 19429"/>
            </a:avLst>
          </a:prstGeom>
          <a:solidFill>
            <a:srgbClr val="FF6B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22803" y="2824907"/>
            <a:ext cx="3836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75091" y="2848719"/>
            <a:ext cx="89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39249" y="2815382"/>
            <a:ext cx="4472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53901" y="4518124"/>
            <a:ext cx="8636198" cy="625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72951" y="4518124"/>
            <a:ext cx="0" cy="62537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401" y="4606975"/>
            <a:ext cx="84591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"4.38. 12일입니다. 어제 금요일 데드라인을 경고와 함께 발동했습니다. P7, P1, S3 파일 — 세 가지 모두 금요일에 달성되지 않았습니다. 오늘 토요일 오전에 S3 파일을 만들고, 오후에 P7을 돌리고, 저녁에 P1을 돌리십시오."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78535" y="4930825"/>
            <a:ext cx="84591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5490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약한 모델 원인 진단 — P7 R²=0.586 / P1 Acc=54.79% 12일 연속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09333" y="212675"/>
            <a:ext cx="2122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준비 완료 — 로컬 PC 미실행이 유일한 원인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3901" y="520601"/>
            <a:ext cx="4254550" cy="3802112"/>
          </a:xfrm>
          <a:prstGeom prst="roundRect">
            <a:avLst>
              <a:gd name="adj" fmla="val 2338"/>
            </a:avLst>
          </a:prstGeom>
          <a:solidFill>
            <a:srgbClr val="FF6B6B">
              <a:alpha val="6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5351" y="666601"/>
            <a:ext cx="19476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 예측 (v5 → v5.1)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5351" y="914251"/>
            <a:ext cx="3911650" cy="590401"/>
          </a:xfrm>
          <a:prstGeom prst="roundRect">
            <a:avLst>
              <a:gd name="adj" fmla="val 10755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6852" y="977652"/>
            <a:ext cx="3186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6852" y="1120527"/>
            <a:ext cx="318698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6852" y="1298377"/>
            <a:ext cx="3186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R²: 0.6302 (이미 목표 초과)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717390" y="1014115"/>
            <a:ext cx="5181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17390" y="1137940"/>
            <a:ext cx="5181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−0.034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17390" y="1280815"/>
            <a:ext cx="5181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5351" y="1825228"/>
            <a:ext cx="3911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val-test 일반화 갭 0.055 — lag 피처 미추가</a:t>
            </a:r>
            <a:endParaRPr lang="en-US" sz="750" dirty="0"/>
          </a:p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lag3_rating / delta_lag1_2 / delta_lag2_3 미사용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5351" y="2431554"/>
            <a:ext cx="3911650" cy="421928"/>
          </a:xfrm>
          <a:prstGeom prst="roundRect">
            <a:avLst>
              <a:gd name="adj" fmla="val 15050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6377" y="2504480"/>
            <a:ext cx="3763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models/p7_growth_curve/train_v5_1.py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6377" y="2647355"/>
            <a:ext cx="376339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Optuna 35 trials, 2~3시간 예상 (오후 13~18시)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5351" y="2929682"/>
            <a:ext cx="3911650" cy="219075"/>
          </a:xfrm>
          <a:prstGeom prst="roundRect">
            <a:avLst>
              <a:gd name="adj" fmla="val 28986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6377" y="2977307"/>
            <a:ext cx="30984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P8 이적 적응과 연결 → "현재가치→성장→이적적응" 가치 사슬 완성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635401" y="520601"/>
            <a:ext cx="4254698" cy="3802112"/>
          </a:xfrm>
          <a:prstGeom prst="roundRect">
            <a:avLst>
              <a:gd name="adj" fmla="val 2338"/>
            </a:avLst>
          </a:prstGeom>
          <a:solidFill>
            <a:srgbClr val="FF6B6B">
              <a:alpha val="6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6851" y="666601"/>
            <a:ext cx="14351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 (v2)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6851" y="914251"/>
            <a:ext cx="3911798" cy="590401"/>
          </a:xfrm>
          <a:prstGeom prst="roundRect">
            <a:avLst>
              <a:gd name="adj" fmla="val 10755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8352" y="977652"/>
            <a:ext cx="3054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Acc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08352" y="1120527"/>
            <a:ext cx="3054766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08352" y="1298377"/>
            <a:ext cx="30547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F1: 40.65% (D 무승부 극단 미달)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966665" y="1014115"/>
            <a:ext cx="6504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966665" y="1137940"/>
            <a:ext cx="650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−2.21%p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66665" y="1280815"/>
            <a:ext cx="6504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6851" y="1825228"/>
            <a:ext cx="39117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D클래스(무승부) 클래스 불균형 미보정</a:t>
            </a:r>
            <a:endParaRPr lang="en-US" sz="750" dirty="0"/>
          </a:p>
          <a:p>
            <a:pPr algn="l" marL="342900" indent="-342900">
              <a:lnSpc>
                <a:spcPts val="1125"/>
              </a:lnSpc>
              <a:buSzPct val="100000"/>
              <a:buChar char="•"/>
            </a:pPr>
            <a:r>
              <a:rPr lang="en-US" sz="7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H2H 무승부 비율 피처 미추가 (D클래스 41/760개)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6851" y="2431554"/>
            <a:ext cx="3911798" cy="555129"/>
          </a:xfrm>
          <a:prstGeom prst="roundRect">
            <a:avLst>
              <a:gd name="adj" fmla="val 11439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7877" y="2504480"/>
            <a:ext cx="37635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models/p1_match_result/train_pipeline.py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7877" y="2647355"/>
            <a:ext cx="376354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class_weight={0:1, 1:2.5, 2:1} + H2H 무승부 비율 피처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17877" y="2780556"/>
            <a:ext cx="376354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오늘 저녁 18~22시 실행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06851" y="3062883"/>
            <a:ext cx="3911798" cy="219075"/>
          </a:xfrm>
          <a:prstGeom prst="roundRect">
            <a:avLst>
              <a:gd name="adj" fmla="val 28986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17877" y="3110508"/>
            <a:ext cx="25891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시: 영입 회의 경기 결과 예측 완전한 시스템 (16개 완전체)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3901" y="4424214"/>
            <a:ext cx="8636198" cy="719286"/>
          </a:xfrm>
          <a:prstGeom prst="roundRect">
            <a:avLst>
              <a:gd name="adj" fmla="val 1059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39552" y="45130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14251" y="4678114"/>
            <a:ext cx="181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20172" y="4840039"/>
            <a:ext cx="116586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생성 (reports/s3_fw_improvement_plan.md)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625352" y="4710857"/>
            <a:ext cx="1175445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359497" y="45130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13336" y="4678114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840117" y="4840039"/>
            <a:ext cx="116586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실행 (Optuna 35 trials)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045297" y="4710857"/>
            <a:ext cx="1175445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79443" y="451306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533281" y="4678114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260062" y="4840039"/>
            <a:ext cx="116586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 실행 (클래스 가중치 + H2H 피처)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465243" y="4710857"/>
            <a:ext cx="1175445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138368" y="456664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886998" y="4731693"/>
            <a:ext cx="6424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22시 이후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681228" y="4893618"/>
            <a:ext cx="1041380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git push → 4.58 예상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339328"/>
          </a:xfrm>
          <a:prstGeom prst="roundRect">
            <a:avLst>
              <a:gd name="adj" fmla="val 18713"/>
            </a:avLst>
          </a:prstGeom>
          <a:solidFill>
            <a:srgbClr val="FF6B6B">
              <a:alpha val="1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55389"/>
            <a:ext cx="6181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3가지 완결 시 4.38 → 4.58 예상 — 저녁 결과 없으면 월요일 4.20 이하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62279" y="234851"/>
            <a:ext cx="2181671" cy="174427"/>
          </a:xfrm>
          <a:prstGeom prst="roundRect">
            <a:avLst>
              <a:gd name="adj" fmla="val 7281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63779" y="260152"/>
            <a:ext cx="20182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S3 → 오후 P7 → 저녁 P1 → 일요일 리허설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593229"/>
            <a:ext cx="8860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주말 긴급 처리 계획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" y="891629"/>
            <a:ext cx="2827883" cy="3686473"/>
          </a:xfrm>
          <a:prstGeom prst="roundRect">
            <a:avLst>
              <a:gd name="adj" fmla="val 3144"/>
            </a:avLst>
          </a:prstGeom>
          <a:solidFill>
            <a:srgbClr val="FF6B6B">
              <a:alpha val="8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600" y="1024979"/>
            <a:ext cx="210098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600" y="1266081"/>
            <a:ext cx="2586600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 로컬 학습 즉시 실행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600" y="1454051"/>
            <a:ext cx="2535882" cy="149126"/>
          </a:xfrm>
          <a:prstGeom prst="roundRect">
            <a:avLst>
              <a:gd name="adj" fmla="val 68131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526" y="1476226"/>
            <a:ext cx="2437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12일 연속 미달 — 오늘 저녁 종결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74600" y="1653927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 (로컬 PC 반드시 가동)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74600" y="1818977"/>
            <a:ext cx="25866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 train_v5_1.py (오후 13~18시, Optuna 35 trials)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4600" y="1993999"/>
            <a:ext cx="25866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추가 피처: lag3_rating, delta_lag1_2, delta_lag2_3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4600" y="2169021"/>
            <a:ext cx="25866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 train_pipeline.py (저녁 18~22시)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4600" y="2344043"/>
            <a:ext cx="25866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개선: class_weight={0:1,1:2.5,2:1} + H2H 무승부 비율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4600" y="2544366"/>
            <a:ext cx="2535882" cy="355402"/>
          </a:xfrm>
          <a:prstGeom prst="roundRect">
            <a:avLst>
              <a:gd name="adj" fmla="val 14294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0325" y="2598241"/>
            <a:ext cx="24117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(현 0.586, 갭 0.034) / P1 Acc ≥ 57% (현 54.79%, 갭 2.21%p)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4600" y="2950518"/>
            <a:ext cx="2586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2026-05-23 저녁 — push 없으면 월요일 4.20 이하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4600" y="3125093"/>
            <a:ext cx="2535882" cy="152400"/>
          </a:xfrm>
          <a:prstGeom prst="roundRect">
            <a:avLst>
              <a:gd name="adj" fmla="val 83333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0325" y="3153668"/>
            <a:ext cx="24117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+0.18 (P7 +0.10 / P1 +0.08)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157984" y="891629"/>
            <a:ext cx="2828032" cy="3686473"/>
          </a:xfrm>
          <a:prstGeom prst="roundRect">
            <a:avLst>
              <a:gd name="adj" fmla="val 3144"/>
            </a:avLst>
          </a:prstGeom>
          <a:solidFill>
            <a:srgbClr val="FFD43B">
              <a:alpha val="6000"/>
            </a:srgbClr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3984" y="1024979"/>
            <a:ext cx="210098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03984" y="1266081"/>
            <a:ext cx="2586752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 개선 방향 파일 생성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03984" y="1454051"/>
            <a:ext cx="2586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303984" y="1619101"/>
            <a:ext cx="2586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파일: reports/s3_fw_improvement_plan.md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03984" y="1794123"/>
            <a:ext cx="2586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현재: FW Silhouette 0.2085 (목표 0.25, 4일 연속 미달)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03984" y="1969145"/>
            <a:ext cx="2586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피처: dribbles_completed_pct / pressures_att_3rd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03984" y="2144167"/>
            <a:ext cx="2586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기준 및 K=5 대안 비교 포함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03984" y="2344489"/>
            <a:ext cx="2536031" cy="231577"/>
          </a:xfrm>
          <a:prstGeom prst="roundRect">
            <a:avLst>
              <a:gd name="adj" fmla="val 21937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9709" y="2398365"/>
            <a:ext cx="24118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생성 완료 / FW Silhouette 개선 방안 명시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03984" y="2626816"/>
            <a:ext cx="2586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2026-05-23 오전 세션 중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03984" y="2801392"/>
            <a:ext cx="2536031" cy="152400"/>
          </a:xfrm>
          <a:prstGeom prst="roundRect">
            <a:avLst>
              <a:gd name="adj" fmla="val 83333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89709" y="2829967"/>
            <a:ext cx="2411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 → 4.40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087517" y="891629"/>
            <a:ext cx="2827883" cy="3686473"/>
          </a:xfrm>
          <a:prstGeom prst="roundRect">
            <a:avLst>
              <a:gd name="adj" fmla="val 3144"/>
            </a:avLst>
          </a:prstGeom>
          <a:solidFill>
            <a:srgbClr val="38D9A9">
              <a:alpha val="5000"/>
            </a:srgbClr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33517" y="1024979"/>
            <a:ext cx="210098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3517" y="1266081"/>
            <a:ext cx="2586600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최종 리허설 완결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3517" y="1454051"/>
            <a:ext cx="2586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Marcus Webb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233517" y="1619101"/>
            <a:ext cx="25866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흐름: S1 → S2 → P8 → P6 → S6 (5분 최종)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33517" y="1794123"/>
            <a:ext cx="258660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대응: "결정 도구 아닌 위험 플래그 / AUC 0.66 랜덤 대비 유의미"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33517" y="2093416"/>
            <a:ext cx="258660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3개: (1) P1 낮은 이유 (2) P7 미달 시 대안 (3) AUC 0.66 활용법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33517" y="2418011"/>
            <a:ext cx="2535882" cy="231577"/>
          </a:xfrm>
          <a:prstGeom prst="roundRect">
            <a:avLst>
              <a:gd name="adj" fmla="val 21937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19242" y="2471886"/>
            <a:ext cx="24117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demo_script 완성 / Q&amp;A 3개 대응 가능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33517" y="2700338"/>
            <a:ext cx="2586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2026-05-24 일요일 오전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233517" y="2874913"/>
            <a:ext cx="2535882" cy="171450"/>
          </a:xfrm>
          <a:prstGeom prst="roundRect">
            <a:avLst>
              <a:gd name="adj" fmla="val 74074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19242" y="2903488"/>
            <a:ext cx="24117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 → 4.65 (일요일 달성 시)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228600" y="4578102"/>
            <a:ext cx="8686800" cy="56539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28600" y="4582864"/>
            <a:ext cx="86868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868" y="46764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3568" y="4816078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373298" y="4955679"/>
            <a:ext cx="78558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생성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189286" y="4805214"/>
            <a:ext cx="1215479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672953" y="46764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442865" y="4816078"/>
            <a:ext cx="5861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494654" y="4955679"/>
            <a:ext cx="47089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실행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055590" y="4805214"/>
            <a:ext cx="1215628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539407" y="46764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309318" y="4816078"/>
            <a:ext cx="5861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4398298" y="4955679"/>
            <a:ext cx="39666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실행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922044" y="4805214"/>
            <a:ext cx="1215479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360914" y="46764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335613" y="4816078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6170773" y="4955679"/>
            <a:ext cx="49473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git push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698754" y="4805214"/>
            <a:ext cx="1215628" cy="19050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300591" y="46764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234065" y="4816078"/>
            <a:ext cx="2522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944377" y="4955679"/>
            <a:ext cx="82672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완결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4.38 / 5.0 </a:t>
            </a:r>
            <a:pPr algn="l" indent="0" marL="0">
              <a:spcAft>
                <a:spcPts val="10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금요일 경고 반영 ▼ −0.12 하락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53901" y="520601"/>
            <a:ext cx="2387501" cy="4096196"/>
          </a:xfrm>
          <a:prstGeom prst="roundRect">
            <a:avLst>
              <a:gd name="adj" fmla="val 4256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1540" y="679252"/>
            <a:ext cx="644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종합 평가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5249" y="888802"/>
            <a:ext cx="1278347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56631" y="1117402"/>
            <a:ext cx="482891" cy="279350"/>
          </a:xfrm>
          <a:prstGeom prst="rect">
            <a:avLst/>
          </a:prstGeom>
          <a:noFill/>
          <a:ln/>
        </p:spPr>
        <p:txBody>
          <a:bodyPr wrap="square" lIns="0" tIns="0" rIns="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001" y="1472952"/>
            <a:ext cx="2019300" cy="126950"/>
          </a:xfrm>
          <a:prstGeom prst="roundRect">
            <a:avLst>
              <a:gd name="adj" fmla="val 50020"/>
            </a:avLst>
          </a:prstGeom>
          <a:solidFill>
            <a:srgbClr val="0D1117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7526" y="1482477"/>
            <a:ext cx="1752154" cy="107900"/>
          </a:xfrm>
          <a:prstGeom prst="roundRect">
            <a:avLst>
              <a:gd name="adj" fmla="val 5885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001" y="1676102"/>
            <a:ext cx="2019300" cy="469702"/>
          </a:xfrm>
          <a:prstGeom prst="roundRect">
            <a:avLst>
              <a:gd name="adj" fmla="val 13519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7013" y="1749028"/>
            <a:ext cx="1781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013" y="1949053"/>
            <a:ext cx="17812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4.50 → 경고 반영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8001" y="2401193"/>
            <a:ext cx="20193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001" y="2247305"/>
            <a:ext cx="9100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12일 연속 미달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42381" y="2247305"/>
            <a:ext cx="321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−0.10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001" y="2585145"/>
            <a:ext cx="20193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001" y="2431256"/>
            <a:ext cx="9225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 4일 연속 미달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42381" y="2431256"/>
            <a:ext cx="321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38001" y="2666107"/>
            <a:ext cx="2019300" cy="350044"/>
          </a:xfrm>
          <a:prstGeom prst="roundRect">
            <a:avLst>
              <a:gd name="adj" fmla="val 14512"/>
            </a:avLst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5532" y="2716857"/>
            <a:ext cx="190423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결과 없으면</a:t>
            </a:r>
            <a:endParaRPr lang="en-US" sz="700" dirty="0"/>
          </a:p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4.20 이하 추가 하락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68352" y="520601"/>
            <a:ext cx="6121747" cy="4096196"/>
          </a:xfrm>
          <a:prstGeom prst="roundRect">
            <a:avLst>
              <a:gd name="adj" fmla="val 248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20752" y="647551"/>
            <a:ext cx="5933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 — 7단계 (현재 위치: 4.38)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12889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08883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112021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36726" y="1307753"/>
            <a:ext cx="40607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05-23 현재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200977" y="1406723"/>
            <a:ext cx="777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58927" y="1006227"/>
            <a:ext cx="101501" cy="19050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52565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48559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51846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76551" y="1307753"/>
            <a:ext cx="40607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05-23 오전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654044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 생성 (+0.02)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98752" y="1006227"/>
            <a:ext cx="101501" cy="19050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92389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88384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91671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16375" y="1307753"/>
            <a:ext cx="40607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05-23 오후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393869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 ≥ 0.62 달성 (+0.10)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038576" y="1006227"/>
            <a:ext cx="101501" cy="19050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32214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28208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31495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56200" y="1307753"/>
            <a:ext cx="40607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05-23 저녁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33694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달성 (+0.08)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778401" y="1006227"/>
            <a:ext cx="101501" cy="19050"/>
          </a:xfrm>
          <a:prstGeom prst="rect">
            <a:avLst/>
          </a:prstGeom>
          <a:solidFill>
            <a:srgbClr val="38D9A9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072039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15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68033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71320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96025" y="1307753"/>
            <a:ext cx="40607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05-24 오전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873518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리허설 완결 (+0.07)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518225" y="1006227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11863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15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07857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811144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61090" y="1307753"/>
            <a:ext cx="15544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내주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613343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 ≥ 0.25 (+0.06)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258050" y="1006227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551688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15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647682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550969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600914" y="1307753"/>
            <a:ext cx="15544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353168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성공 (+0.08)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997875" y="1006227"/>
            <a:ext cx="101501" cy="1905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91513" y="891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8B949E">
              <a:alpha val="15000"/>
            </a:srgbClr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387507" y="966490"/>
            <a:ext cx="631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290794" y="1183928"/>
            <a:ext cx="255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340739" y="1307753"/>
            <a:ext cx="15544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8092992" y="1406723"/>
            <a:ext cx="65109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성공 (+0.21)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253901" y="4718298"/>
            <a:ext cx="8636198" cy="42520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272951" y="4718298"/>
            <a:ext cx="0" cy="425202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4401" y="4794498"/>
            <a:ext cx="845916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i="1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"4.38. 12일입니다. 어제 금요일 데드라인을 경고와 함께 발동했습니다. 오늘 토요일 오전에 S3 파일을 만들고, 오후에 P7을 돌리고, 저녁에 P1을 돌리십시오. 주말은 쉬는 날이 아닙니다. 로컬 PC를 켜십시오."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78535" y="4953000"/>
            <a:ext cx="84591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50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16페이지, 즉시 활용 9개 + 가치 사슬 전략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53901" y="507950"/>
            <a:ext cx="2811066" cy="669727"/>
          </a:xfrm>
          <a:prstGeom prst="roundRect">
            <a:avLst>
              <a:gd name="adj" fmla="val 1137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3901" y="527000"/>
            <a:ext cx="2811066" cy="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238" y="634901"/>
            <a:ext cx="25563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238" y="965002"/>
            <a:ext cx="2556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166467" y="507950"/>
            <a:ext cx="2811066" cy="669727"/>
          </a:xfrm>
          <a:prstGeom prst="roundRect">
            <a:avLst>
              <a:gd name="adj" fmla="val 1137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66467" y="527000"/>
            <a:ext cx="2811066" cy="0"/>
          </a:xfrm>
          <a:prstGeom prst="line">
            <a:avLst/>
          </a:prstGeom>
          <a:noFill/>
          <a:ln w="38100">
            <a:solidFill>
              <a:srgbClr val="38D9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3805" y="634901"/>
            <a:ext cx="25563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3805" y="965002"/>
            <a:ext cx="2556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(S1, P4, P6, S2, P8, P3, P2, S3, S6)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79034" y="507950"/>
            <a:ext cx="2811066" cy="669727"/>
          </a:xfrm>
          <a:prstGeom prst="roundRect">
            <a:avLst>
              <a:gd name="adj" fmla="val 1137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9034" y="527000"/>
            <a:ext cx="2811066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6371" y="634901"/>
            <a:ext cx="25563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06371" y="965002"/>
            <a:ext cx="2556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업데이트 예정 (P1, P7)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3901" y="1291977"/>
            <a:ext cx="5981998" cy="3359497"/>
          </a:xfrm>
          <a:prstGeom prst="roundRect">
            <a:avLst>
              <a:gd name="adj" fmla="val 264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0851" y="1393478"/>
            <a:ext cx="5842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 페이지 (초록 상태)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0851" y="1590229"/>
            <a:ext cx="2838599" cy="336352"/>
          </a:xfrm>
          <a:prstGeom prst="roundRect">
            <a:avLst>
              <a:gd name="adj" fmla="val 15103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227" y="172670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028" y="1644104"/>
            <a:ext cx="256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6028" y="1777454"/>
            <a:ext cx="2565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 / MAE 4.66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270200" y="1590229"/>
            <a:ext cx="2838748" cy="336352"/>
          </a:xfrm>
          <a:prstGeom prst="roundRect">
            <a:avLst>
              <a:gd name="adj" fmla="val 15103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8576" y="172670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95377" y="1644104"/>
            <a:ext cx="2565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95377" y="1777454"/>
            <a:ext cx="2565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80851" y="1977330"/>
            <a:ext cx="2838599" cy="336352"/>
          </a:xfrm>
          <a:prstGeom prst="roundRect">
            <a:avLst>
              <a:gd name="adj" fmla="val 15103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227" y="211380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6028" y="2031206"/>
            <a:ext cx="256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6028" y="2164556"/>
            <a:ext cx="2565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 / MAE £3.28M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270200" y="1977330"/>
            <a:ext cx="2838748" cy="336352"/>
          </a:xfrm>
          <a:prstGeom prst="roundRect">
            <a:avLst>
              <a:gd name="adj" fmla="val 15103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68576" y="211380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95377" y="2031206"/>
            <a:ext cx="2565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95377" y="2164556"/>
            <a:ext cx="2565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 / MAE £3.23M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80851" y="2364432"/>
            <a:ext cx="2838599" cy="355402"/>
          </a:xfrm>
          <a:prstGeom prst="roundRect">
            <a:avLst>
              <a:gd name="adj" fmla="val 14294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9227" y="251043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6028" y="2418308"/>
            <a:ext cx="256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6028" y="2551658"/>
            <a:ext cx="25653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 (위험 플래그 도구)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270200" y="2364432"/>
            <a:ext cx="2838748" cy="355402"/>
          </a:xfrm>
          <a:prstGeom prst="roundRect">
            <a:avLst>
              <a:gd name="adj" fmla="val 14294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68576" y="251043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95377" y="2427833"/>
            <a:ext cx="2565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495377" y="2561183"/>
            <a:ext cx="2565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 / Acc 100%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80851" y="2770584"/>
            <a:ext cx="2838599" cy="355402"/>
          </a:xfrm>
          <a:prstGeom prst="roundRect">
            <a:avLst>
              <a:gd name="adj" fmla="val 14294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9227" y="291658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6028" y="2824460"/>
            <a:ext cx="256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득점 예측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06028" y="2957810"/>
            <a:ext cx="25653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 / MAE 0.96골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270200" y="2770584"/>
            <a:ext cx="2838748" cy="355402"/>
          </a:xfrm>
          <a:prstGeom prst="roundRect">
            <a:avLst>
              <a:gd name="adj" fmla="val 14294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368576" y="291658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95377" y="2833985"/>
            <a:ext cx="2565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95377" y="2967335"/>
            <a:ext cx="25654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 0.23 / DEF 0.36 / GK 0.49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80851" y="3176736"/>
            <a:ext cx="2838599" cy="336352"/>
          </a:xfrm>
          <a:prstGeom prst="roundRect">
            <a:avLst>
              <a:gd name="adj" fmla="val 15103"/>
            </a:avLst>
          </a:prstGeom>
          <a:solidFill>
            <a:srgbClr val="38D9A9">
              <a:alpha val="7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9227" y="3313212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6028" y="3230612"/>
            <a:ext cx="2565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06028" y="3363962"/>
            <a:ext cx="2565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 / F1 61.74%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350198" y="1291977"/>
            <a:ext cx="2539901" cy="1378297"/>
          </a:xfrm>
          <a:prstGeom prst="roundRect">
            <a:avLst>
              <a:gd name="adj" fmla="val 6450"/>
            </a:avLst>
          </a:prstGeom>
          <a:solidFill>
            <a:srgbClr val="FFD43B">
              <a:alpha val="6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486674" y="1403003"/>
            <a:ext cx="23122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시 영입 가치 사슬 완성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86674" y="1609279"/>
            <a:ext cx="624780" cy="417612"/>
          </a:xfrm>
          <a:prstGeom prst="roundRect">
            <a:avLst>
              <a:gd name="adj" fmla="val 12164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519288" y="1660029"/>
            <a:ext cx="559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P6/S2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19288" y="1793379"/>
            <a:ext cx="5595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600" dirty="0"/>
          </a:p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162205" y="1756172"/>
            <a:ext cx="86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98085" y="1599754"/>
            <a:ext cx="643979" cy="436662"/>
          </a:xfrm>
          <a:prstGeom prst="roundRect">
            <a:avLst>
              <a:gd name="adj" fmla="val 11634"/>
            </a:avLst>
          </a:prstGeom>
          <a:solidFill>
            <a:srgbClr val="0F3460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340222" y="1660029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40222" y="1793379"/>
            <a:ext cx="5597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</a:t>
            </a:r>
            <a:endParaRPr lang="en-US" sz="600" dirty="0"/>
          </a:p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992814" y="1756172"/>
            <a:ext cx="86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28695" y="1609279"/>
            <a:ext cx="624929" cy="417612"/>
          </a:xfrm>
          <a:prstGeom prst="roundRect">
            <a:avLst>
              <a:gd name="adj" fmla="val 12164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161307" y="1660029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161307" y="1793379"/>
            <a:ext cx="5597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</a:t>
            </a:r>
            <a:endParaRPr lang="en-US" sz="600" dirty="0"/>
          </a:p>
          <a:p>
            <a:pPr algn="ctr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적응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486674" y="2099816"/>
            <a:ext cx="2266950" cy="210889"/>
          </a:xfrm>
          <a:prstGeom prst="roundRect">
            <a:avLst>
              <a:gd name="adj" fmla="val 24088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572399" y="2147441"/>
            <a:ext cx="2137410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오늘 저녁 달성 목표 — R² ≥ 0.62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486674" y="2310705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S1+S2: 이 선수의 포지션 기준 WAR과 적정 시장가치 대비 현재 가격 — 30초 분석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350198" y="2771775"/>
            <a:ext cx="2539901" cy="1879699"/>
          </a:xfrm>
          <a:prstGeom prst="roundRect">
            <a:avLst>
              <a:gd name="adj" fmla="val 4729"/>
            </a:avLst>
          </a:prstGeom>
          <a:solidFill>
            <a:srgbClr val="0F3460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496199" y="2892326"/>
            <a:ext cx="22928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앱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496199" y="3066901"/>
            <a:ext cx="229285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epl-scouting-report-dashboard-project-ffyb8msh6uafxyyg8txsm8.streamlit.app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6496199" y="3348930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GitHub: robinho0329/EPL-scouting-report-dashboard-project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253901" y="4752975"/>
            <a:ext cx="8636198" cy="390525"/>
          </a:xfrm>
          <a:prstGeom prst="roundRect">
            <a:avLst>
              <a:gd name="adj" fmla="val 16260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31602" y="49037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83853" y="4829175"/>
            <a:ext cx="6550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83853" y="4953000"/>
            <a:ext cx="6550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파일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2004864" y="4876800"/>
            <a:ext cx="108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889945" y="49037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3042196" y="4829175"/>
            <a:ext cx="50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042196" y="4953000"/>
            <a:ext cx="509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실행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320480" y="4876800"/>
            <a:ext cx="108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205710" y="49037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357961" y="4829175"/>
            <a:ext cx="4293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357961" y="4953000"/>
            <a:ext cx="4293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실행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6557516" y="4876800"/>
            <a:ext cx="108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➔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442746" y="49037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7594997" y="4829175"/>
            <a:ext cx="1139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후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7594997" y="4953000"/>
            <a:ext cx="1139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16개 완전체 달성 (4.58 예상)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2026-05-23T00:36:54Z</dcterms:created>
  <dcterms:modified xsi:type="dcterms:W3CDTF">2026-05-23T00:36:54Z</dcterms:modified>
</cp:coreProperties>
</file>