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7726" y="285750"/>
            <a:ext cx="1381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30번째 정기 미팅 | 09:00 KST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80915" y="285750"/>
            <a:ext cx="11505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2일차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67559" y="285750"/>
            <a:ext cx="10904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+ P1 10일 연속 미달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3901" y="660350"/>
            <a:ext cx="7150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3901" y="876151"/>
            <a:ext cx="7150760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3901" y="1459111"/>
            <a:ext cx="7150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2026-05-21 (목) | 아침 스카우트팀 미팅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3901" y="1909911"/>
            <a:ext cx="6096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901" y="2125712"/>
            <a:ext cx="7150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 |  2026-05-21 09:00 KST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91400" y="609600"/>
            <a:ext cx="1524000" cy="1355378"/>
          </a:xfrm>
          <a:prstGeom prst="roundRect">
            <a:avLst>
              <a:gd name="adj" fmla="val 9370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25080" y="781050"/>
            <a:ext cx="1256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평가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25080" y="952500"/>
            <a:ext cx="12566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25080" y="1358801"/>
            <a:ext cx="1256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99772" y="1590526"/>
            <a:ext cx="907256" cy="203002"/>
          </a:xfrm>
          <a:prstGeom prst="roundRect">
            <a:avLst>
              <a:gd name="adj" fmla="val 18768"/>
            </a:avLst>
          </a:prstGeom>
          <a:solidFill>
            <a:srgbClr val="E94560">
              <a:alpha val="14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8139" y="1625352"/>
            <a:ext cx="750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-0.02 (4.70)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4733925"/>
            <a:ext cx="9144000" cy="409575"/>
          </a:xfrm>
          <a:prstGeom prst="rect">
            <a:avLst/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901" y="4867275"/>
            <a:ext cx="74363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합의 3건 중 0건 달성 — 오늘 저녁 로컬 PC를 켜십시오. 10일째입니다.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71346" y="4891088"/>
            <a:ext cx="12431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09:00 KST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17383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48302" y="234851"/>
            <a:ext cx="9234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53901" y="536377"/>
            <a:ext cx="2092375" cy="681633"/>
          </a:xfrm>
          <a:prstGeom prst="roundRect">
            <a:avLst>
              <a:gd name="adj" fmla="val 11179"/>
            </a:avLst>
          </a:prstGeom>
          <a:solidFill>
            <a:srgbClr val="00D26A">
              <a:alpha val="10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6223" y="634752"/>
            <a:ext cx="1907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6223" y="888653"/>
            <a:ext cx="190773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P3, P4, S1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435126" y="536377"/>
            <a:ext cx="2092523" cy="681633"/>
          </a:xfrm>
          <a:prstGeom prst="roundRect">
            <a:avLst>
              <a:gd name="adj" fmla="val 11179"/>
            </a:avLst>
          </a:prstGeom>
          <a:solidFill>
            <a:srgbClr val="2ECC71">
              <a:alpha val="8000"/>
            </a:srgbClr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7447" y="634752"/>
            <a:ext cx="19078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27447" y="888653"/>
            <a:ext cx="190788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P2, P6, P8, S2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16500" y="536377"/>
            <a:ext cx="2092375" cy="681633"/>
          </a:xfrm>
          <a:prstGeom prst="roundRect">
            <a:avLst>
              <a:gd name="adj" fmla="val 11179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08822" y="634752"/>
            <a:ext cx="1907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8822" y="888653"/>
            <a:ext cx="190773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P5, S3, S6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797725" y="536377"/>
            <a:ext cx="2092375" cy="681633"/>
          </a:xfrm>
          <a:prstGeom prst="roundRect">
            <a:avLst>
              <a:gd name="adj" fmla="val 11179"/>
            </a:avLst>
          </a:prstGeom>
          <a:solidFill>
            <a:srgbClr val="E94560">
              <a:alpha val="1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90047" y="634752"/>
            <a:ext cx="1907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90047" y="888653"/>
            <a:ext cx="190773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10일 연속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P1, P7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5402" y="1604963"/>
            <a:ext cx="360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35819" y="1590675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78596" y="1604963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36615" y="1604963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54.79% / F1 40.65%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6352" y="1838027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5819" y="1823740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78596" y="1838027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36615" y="1823740"/>
            <a:ext cx="2903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 / MAE 0.96골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90036" y="1823740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0.65 초과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6352" y="2071092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35819" y="2056805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78596" y="2071092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LogReg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36615" y="2071092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6352" y="2305645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35819" y="2291358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78596" y="2305645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36615" y="2305645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/ NDCG 0.9993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6352" y="2538710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35819" y="2524423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78596" y="2538710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K-Means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36615" y="2538710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Silhouette 0.2851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90036" y="2524423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K=3 유지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6352" y="2770287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35819" y="2755999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78596" y="2770287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36615" y="2770287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90036" y="2755999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4단계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55402" y="3003352"/>
            <a:ext cx="360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5819" y="2989064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78596" y="3003352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LGBM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636615" y="3003352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0.586 / MAE 1.16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6352" y="3236416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35819" y="3222129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578596" y="3236416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636615" y="3236416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/ F1 88.23%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190036" y="3222129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3단계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6352" y="3469481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35819" y="3455194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578596" y="3469481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636615" y="3469481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36352" y="3702546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35819" y="3688259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578596" y="3702546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636615" y="3702546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190036" y="3688259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2단계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36352" y="3934123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35819" y="3919835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578596" y="3934123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Clustering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636615" y="3934123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0.2085 / GK 0.4873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190036" y="3919835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개선 오늘 오전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6352" y="4165699"/>
            <a:ext cx="3801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35819" y="4151412"/>
            <a:ext cx="164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578596" y="4165699"/>
            <a:ext cx="949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636615" y="4165699"/>
            <a:ext cx="29038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190036" y="4151412"/>
            <a:ext cx="166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53901" y="4781699"/>
            <a:ext cx="8636198" cy="23485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253901" y="4786461"/>
            <a:ext cx="863619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0627"/>
            <a:ext cx="303381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어제(05-20) 달성 / 미달 체크리스트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59601" y="177701"/>
            <a:ext cx="1130498" cy="403175"/>
          </a:xfrm>
          <a:prstGeom prst="roundRect">
            <a:avLst>
              <a:gd name="adj" fmla="val 12600"/>
            </a:avLst>
          </a:prstGeom>
          <a:solidFill>
            <a:srgbClr val="E94560">
              <a:alpha val="14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87501" y="225326"/>
            <a:ext cx="874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0 / 미달 3건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87501" y="399901"/>
            <a:ext cx="874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0%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3901" y="695176"/>
            <a:ext cx="8636198" cy="434876"/>
          </a:xfrm>
          <a:prstGeom prst="roundRect">
            <a:avLst>
              <a:gd name="adj" fmla="val 14602"/>
            </a:avLst>
          </a:prstGeom>
          <a:solidFill>
            <a:srgbClr val="E94560">
              <a:alpha val="14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1127" y="831652"/>
            <a:ext cx="4285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어제(05-20) 합의 3건 + 부분 1건 중 완전 달성 0건 — 평가 4.70 → 4.68 (-0.02) 하락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767" y="793552"/>
            <a:ext cx="5641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 → 4.68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38767" y="907852"/>
            <a:ext cx="5641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-0.02 하락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901" y="1244352"/>
            <a:ext cx="2353866" cy="3134171"/>
          </a:xfrm>
          <a:prstGeom prst="roundRect">
            <a:avLst>
              <a:gd name="adj" fmla="val 3777"/>
            </a:avLst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2552" y="1393329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7953" y="1415653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2552" y="1650504"/>
            <a:ext cx="207729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미실행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2552" y="1880890"/>
            <a:ext cx="20772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P7 R² ≥ 0.62 / P1 Acc ≥ 57%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2552" y="2085677"/>
            <a:ext cx="20772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P7 R² 0.586 / P1 Acc 54.79%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2552" y="4001542"/>
            <a:ext cx="20772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3473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10일 연속 미달 — 오늘 저녁 반드시 실행</a:t>
            </a:r>
            <a:endParaRPr lang="en-US" sz="700" dirty="0"/>
          </a:p>
          <a:p>
            <a:pPr algn="l" indent="0" marL="0">
              <a:lnSpc>
                <a:spcPts val="910"/>
              </a:lnSpc>
              <a:spcBef>
                <a:spcPts val="13473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PC 미가동 원인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09267" y="1244352"/>
            <a:ext cx="2354014" cy="3134171"/>
          </a:xfrm>
          <a:prstGeom prst="roundRect">
            <a:avLst>
              <a:gd name="adj" fmla="val 3777"/>
            </a:avLst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67918" y="1393329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23320" y="1415653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867918" y="1650504"/>
            <a:ext cx="2077447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 파일 미생성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67918" y="2035076"/>
            <a:ext cx="207744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어제 오전 파일 생성 완료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67918" y="2239863"/>
            <a:ext cx="207744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파일 없음 — 오늘 오전으로 이월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67918" y="4001542"/>
            <a:ext cx="207744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2259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오전 합의 사항 미이행</a:t>
            </a:r>
            <a:endParaRPr lang="en-US" sz="700" dirty="0"/>
          </a:p>
          <a:p>
            <a:pPr algn="l" indent="0" marL="0">
              <a:lnSpc>
                <a:spcPts val="910"/>
              </a:lnSpc>
              <a:spcBef>
                <a:spcPts val="12259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완료 필수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64782" y="1244352"/>
            <a:ext cx="2353866" cy="3134171"/>
          </a:xfrm>
          <a:prstGeom prst="roundRect">
            <a:avLst>
              <a:gd name="adj" fmla="val 3777"/>
            </a:avLst>
          </a:prstGeom>
          <a:solidFill>
            <a:srgbClr val="F5A623">
              <a:alpha val="7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23433" y="1393329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78835" y="1415653"/>
            <a:ext cx="415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 달성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23433" y="1650504"/>
            <a:ext cx="207729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D-Day 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23433" y="1880890"/>
            <a:ext cx="20772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5단계 발표 흐름 실전 검증 + Q&amp;A 2개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23433" y="2085677"/>
            <a:ext cx="20772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demo_script 존재, 검증 산출물 없음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23433" y="4001542"/>
            <a:ext cx="20772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13473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검토 진행됨</a:t>
            </a:r>
            <a:endParaRPr lang="en-US" sz="700" dirty="0"/>
          </a:p>
          <a:p>
            <a:pPr algn="l" indent="0" marL="0">
              <a:lnSpc>
                <a:spcPts val="910"/>
              </a:lnSpc>
              <a:spcBef>
                <a:spcPts val="13473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2일차 완결 예정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620149" y="1244352"/>
            <a:ext cx="1269950" cy="3134171"/>
          </a:xfrm>
          <a:prstGeom prst="roundRect">
            <a:avLst>
              <a:gd name="adj" fmla="val 7000"/>
            </a:avLst>
          </a:prstGeom>
          <a:solidFill>
            <a:srgbClr val="16213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99753" y="2120057"/>
            <a:ext cx="310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11707" y="2354907"/>
            <a:ext cx="486686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884037" y="2786658"/>
            <a:ext cx="7421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3건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(부분 0.25 포함)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02029" y="3172718"/>
            <a:ext cx="706189" cy="330101"/>
          </a:xfrm>
          <a:prstGeom prst="roundRect">
            <a:avLst>
              <a:gd name="adj" fmla="val 15389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08214" y="3232993"/>
            <a:ext cx="4938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08214" y="3347293"/>
            <a:ext cx="4938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 → 4.68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3901" y="4492823"/>
            <a:ext cx="8636198" cy="65067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72951" y="4492823"/>
            <a:ext cx="0" cy="650677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401" y="4594324"/>
            <a:ext cx="84591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"달성은 0입니다. 어제 합의한 3개 중 0개. 기록합니다. 10일입니다. P7과 P1 — 10일 연속 미달입니다. 오늘 오전에 S3 파일을 만들고, 오후에 리허설 2일차를 돌리고, 저녁에 반드시 로컬 PC를 켜십시오. 11일째는 없습니다."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4401" y="4918174"/>
            <a:ext cx="84591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2598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오늘(05-21) 액션아이템 Top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042993" y="226963"/>
            <a:ext cx="1884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10일 연속 미달 종결 + 리허설 2일차 완결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3901" y="523726"/>
            <a:ext cx="8636198" cy="314325"/>
          </a:xfrm>
          <a:prstGeom prst="roundRect">
            <a:avLst>
              <a:gd name="adj" fmla="val 20202"/>
            </a:avLst>
          </a:prstGeom>
          <a:solidFill>
            <a:srgbClr val="E94560">
              <a:alpha val="12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1127" y="609451"/>
            <a:ext cx="4379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3가지 완결 시 4.68 → 4.88 예상 — 내일 아침 P7 0.62 / P1 57% 없으면 평가 4.5 이하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847261" y="614214"/>
            <a:ext cx="872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 담당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3901" y="939552"/>
            <a:ext cx="2802434" cy="3442990"/>
          </a:xfrm>
          <a:prstGeom prst="roundRect">
            <a:avLst>
              <a:gd name="adj" fmla="val 3172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3901" y="958602"/>
            <a:ext cx="2802434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6809" y="939552"/>
            <a:ext cx="0" cy="344299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901" y="4373017"/>
            <a:ext cx="2802434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426" y="939552"/>
            <a:ext cx="0" cy="344299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552" y="1104602"/>
            <a:ext cx="36402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2552" y="1339453"/>
            <a:ext cx="2534835" cy="977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실행 — 10일 미달 종결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2552" y="2392710"/>
            <a:ext cx="25348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 (로컬 PC 필수 가동)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2552" y="2602260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목표: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6952" y="2602260"/>
            <a:ext cx="1283964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 (현재 0.586, 갭 0.034)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2552" y="2776835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목표: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56952" y="2776835"/>
            <a:ext cx="1505447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≥ 57% (현재 54.79%, 갭 2.21%p)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2552" y="2951411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6952" y="2951411"/>
            <a:ext cx="1248290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→ train_pipeline.py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12552" y="3655516"/>
            <a:ext cx="2485132" cy="323850"/>
          </a:xfrm>
          <a:prstGeom prst="roundRect">
            <a:avLst>
              <a:gd name="adj" fmla="val 11765"/>
            </a:avLst>
          </a:prstGeom>
          <a:solidFill>
            <a:srgbClr val="0F34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8752" y="3693616"/>
            <a:ext cx="23793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88752" y="3807916"/>
            <a:ext cx="2379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— 05-22 09:00 전 push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170634" y="939552"/>
            <a:ext cx="2802582" cy="3442990"/>
          </a:xfrm>
          <a:prstGeom prst="roundRect">
            <a:avLst>
              <a:gd name="adj" fmla="val 3172"/>
            </a:avLst>
          </a:prstGeom>
          <a:solidFill>
            <a:srgbClr val="F5A623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70634" y="958602"/>
            <a:ext cx="2802582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3692" y="939552"/>
            <a:ext cx="0" cy="344299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0634" y="4373017"/>
            <a:ext cx="280258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0159" y="939552"/>
            <a:ext cx="0" cy="344299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9285" y="1104602"/>
            <a:ext cx="36402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9285" y="1320552"/>
            <a:ext cx="2534986" cy="101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 개선 계획 파일 생성 — 어제 미달 오늘 완료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9285" y="2411760"/>
            <a:ext cx="2534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29285" y="2592735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73686" y="2592735"/>
            <a:ext cx="1383700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reports/s3_fw_improvement_plan.md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29285" y="2767310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73686" y="2767310"/>
            <a:ext cx="1339980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Silhouette 0.2085 (목표 0.25)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29285" y="2941886"/>
            <a:ext cx="4129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97498" y="2941886"/>
            <a:ext cx="1874788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dribbles / pressures_att_3rd / shots_on_target_pct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29285" y="3116461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73686" y="3116461"/>
            <a:ext cx="1166164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기준 + K=5 대안 포함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29285" y="3684091"/>
            <a:ext cx="2485281" cy="323850"/>
          </a:xfrm>
          <a:prstGeom prst="roundRect">
            <a:avLst>
              <a:gd name="adj" fmla="val 11765"/>
            </a:avLst>
          </a:prstGeom>
          <a:solidFill>
            <a:srgbClr val="0F34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05485" y="3722191"/>
            <a:ext cx="2379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405485" y="3836491"/>
            <a:ext cx="2379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세션 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87517" y="939552"/>
            <a:ext cx="2802582" cy="3442990"/>
          </a:xfrm>
          <a:prstGeom prst="roundRect">
            <a:avLst>
              <a:gd name="adj" fmla="val 3172"/>
            </a:avLst>
          </a:prstGeom>
          <a:solidFill>
            <a:srgbClr val="0F3460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087517" y="958602"/>
            <a:ext cx="2802582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80574" y="939552"/>
            <a:ext cx="0" cy="344299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87517" y="4373017"/>
            <a:ext cx="2802582" cy="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97042" y="939552"/>
            <a:ext cx="0" cy="344299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6168" y="1104602"/>
            <a:ext cx="36402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46168" y="1320552"/>
            <a:ext cx="2534986" cy="101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2일차 — P8 약점 대응 논리 확립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46168" y="2411760"/>
            <a:ext cx="2534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46168" y="2592735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90568" y="2592735"/>
            <a:ext cx="2081698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설명 — "30세+ + style_distance &gt; 0.02 → 실패 3배"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246168" y="2866430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발표: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690568" y="2866430"/>
            <a:ext cx="1280776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5분 재검증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246168" y="3041005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90568" y="3041005"/>
            <a:ext cx="1376413" cy="11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논리 문서화 + Q&amp;A 2개 대응 가능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246168" y="3684091"/>
            <a:ext cx="2485281" cy="323850"/>
          </a:xfrm>
          <a:prstGeom prst="roundRect">
            <a:avLst>
              <a:gd name="adj" fmla="val 11765"/>
            </a:avLst>
          </a:prstGeom>
          <a:solidFill>
            <a:srgbClr val="0F346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322368" y="3722191"/>
            <a:ext cx="2379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322368" y="3836491"/>
            <a:ext cx="2379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 세션 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53901" y="4484043"/>
            <a:ext cx="8636198" cy="65945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253901" y="4488805"/>
            <a:ext cx="863619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26952" y="458241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5A623">
              <a:alpha val="25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352252" y="463153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1131519" y="4823668"/>
            <a:ext cx="59416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파일 생성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422600" y="458241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58A6FF">
              <a:alpha val="20000"/>
            </a:srgbClr>
          </a:solidFill>
          <a:ln w="19050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447901" y="463153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3259808" y="4823668"/>
            <a:ext cx="52873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2일차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논리 완결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518100" y="458241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543401" y="463153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425895" y="4823668"/>
            <a:ext cx="3877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+ P1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613749" y="458241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>
              <a:alpha val="20000"/>
            </a:srgbClr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639050" y="463153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513804" y="4823668"/>
            <a:ext cx="40304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09:00 전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push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22993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89204" y="239613"/>
            <a:ext cx="2448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0건 달성 -0.02 하락 | 오늘 3건 달성 시 최대 4.88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3901" y="549176"/>
            <a:ext cx="5816798" cy="2469803"/>
          </a:xfrm>
          <a:prstGeom prst="roundRect">
            <a:avLst>
              <a:gd name="adj" fmla="val 359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602" y="701576"/>
            <a:ext cx="907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평가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1602" y="860227"/>
            <a:ext cx="90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1602" y="1317427"/>
            <a:ext cx="90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86809" y="920651"/>
            <a:ext cx="706189" cy="349151"/>
          </a:xfrm>
          <a:prstGeom prst="roundRect">
            <a:avLst>
              <a:gd name="adj" fmla="val 14550"/>
            </a:avLst>
          </a:prstGeom>
          <a:solidFill>
            <a:srgbClr val="E94560">
              <a:alpha val="14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92993" y="980926"/>
            <a:ext cx="493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92993" y="1114276"/>
            <a:ext cx="4938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 → 4.68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1602" y="1577727"/>
            <a:ext cx="5461397" cy="139601"/>
          </a:xfrm>
          <a:prstGeom prst="roundRect">
            <a:avLst>
              <a:gd name="adj" fmla="val 454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602" y="1577727"/>
            <a:ext cx="5111800" cy="139601"/>
          </a:xfrm>
          <a:prstGeom prst="roundRect">
            <a:avLst>
              <a:gd name="adj" fmla="val 4548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374" y="1806178"/>
            <a:ext cx="5570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93.6% (4.68 / 5.0)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1602" y="1999804"/>
            <a:ext cx="557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어제(05-20) 하락 원인: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1602" y="2171254"/>
            <a:ext cx="53854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로컬 미실행 (10일 연속)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87628" y="2185541"/>
            <a:ext cx="1074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±0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1602" y="2342704"/>
            <a:ext cx="5271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미생성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75858" y="2356991"/>
            <a:ext cx="2214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1602" y="2514154"/>
            <a:ext cx="5271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D-Day 산출물 없음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75858" y="2528441"/>
            <a:ext cx="2214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1602" y="2690366"/>
            <a:ext cx="5461397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602" y="2733229"/>
            <a:ext cx="5271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변화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75858" y="2747516"/>
            <a:ext cx="2214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-0.02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23099" y="549176"/>
            <a:ext cx="2667000" cy="2469803"/>
          </a:xfrm>
          <a:prstGeom prst="roundRect">
            <a:avLst>
              <a:gd name="adj" fmla="val 359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75499" y="701576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점수 시뮬레이션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26250" y="1212503"/>
            <a:ext cx="1437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(오늘 기준)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937450" y="1226790"/>
            <a:ext cx="3673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393359" y="1226790"/>
            <a:ext cx="293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26250" y="1422053"/>
            <a:ext cx="1437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(오전)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37450" y="1436340"/>
            <a:ext cx="3673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93359" y="1436340"/>
            <a:ext cx="293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26250" y="1631603"/>
            <a:ext cx="1437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2일차 완결 (오후)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937450" y="1645890"/>
            <a:ext cx="3673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93359" y="1645890"/>
            <a:ext cx="293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26250" y="1841153"/>
            <a:ext cx="1437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(저녁)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37450" y="1855440"/>
            <a:ext cx="3673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393359" y="1855440"/>
            <a:ext cx="293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26250" y="2050703"/>
            <a:ext cx="1437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(저녁)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37450" y="2064990"/>
            <a:ext cx="3673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393359" y="2064990"/>
            <a:ext cx="2935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4.88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53901" y="3133279"/>
            <a:ext cx="8636198" cy="1356271"/>
          </a:xfrm>
          <a:prstGeom prst="roundRect">
            <a:avLst>
              <a:gd name="adj" fmla="val 655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1602" y="3234779"/>
            <a:ext cx="84464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— 6단계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08745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94560">
              <a:alpha val="25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06661" y="3534817"/>
            <a:ext cx="2375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09496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8945" y="3911054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43156" y="4063454"/>
            <a:ext cx="35977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기준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091630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181076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092531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02663" y="3911054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오전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026042" y="4063454"/>
            <a:ext cx="35977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274665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364111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75417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85548" y="3911054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오후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143499" y="4063454"/>
            <a:ext cx="490785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2일차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완결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457551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546997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58452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368583" y="3911054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저녁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336097" y="4063454"/>
            <a:ext cx="47165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640586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730032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41338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4.88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51469" y="3911054"/>
            <a:ext cx="406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저녁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493326" y="4063454"/>
            <a:ext cx="52311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823472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B949E">
              <a:alpha val="10000"/>
            </a:srgbClr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912918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824372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30293" y="3911054"/>
            <a:ext cx="2151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750899" y="4044404"/>
            <a:ext cx="373895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0.25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006507" y="34729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B949E">
              <a:alpha val="10000"/>
            </a:srgbClr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095952" y="35395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007407" y="373960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036707" y="3911054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940918" y="4063454"/>
            <a:ext cx="35977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영입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시연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253901" y="4603849"/>
            <a:ext cx="8636198" cy="53965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272951" y="4603849"/>
            <a:ext cx="0" cy="539651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4401" y="4680049"/>
            <a:ext cx="8459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"10일입니다. P7과 P1 — 10일 연속 미달입니다. 오늘 오전에 S3 파일을 만들고, 오후에 리허설 2일차를 돌리고, 저녁에 반드시 로컬 PC를 켜십시오. 내일 아침 미팅에서 P7 R² 0.62, P1 Acc 57% 두 숫자가 없으면 평가 4.5 이하로 내려갑니다. 11일째는 없습니다."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44401" y="4953000"/>
            <a:ext cx="84591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21053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743254" y="226963"/>
            <a:ext cx="2189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운영 중 | 리허설 5단계 즉시 활용 가능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3901" y="523726"/>
            <a:ext cx="2794099" cy="799951"/>
          </a:xfrm>
          <a:prstGeom prst="roundRect">
            <a:avLst>
              <a:gd name="adj" fmla="val 11113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123" y="647551"/>
            <a:ext cx="251965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1123" y="952202"/>
            <a:ext cx="25196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174950" y="523726"/>
            <a:ext cx="2794099" cy="799951"/>
          </a:xfrm>
          <a:prstGeom prst="roundRect">
            <a:avLst>
              <a:gd name="adj" fmla="val 11113"/>
            </a:avLst>
          </a:prstGeom>
          <a:solidFill>
            <a:srgbClr val="00D26A">
              <a:alpha val="10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12173" y="647551"/>
            <a:ext cx="251965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12173" y="952202"/>
            <a:ext cx="25196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96000" y="523726"/>
            <a:ext cx="2794099" cy="799951"/>
          </a:xfrm>
          <a:prstGeom prst="roundRect">
            <a:avLst>
              <a:gd name="adj" fmla="val 11113"/>
            </a:avLst>
          </a:prstGeom>
          <a:solidFill>
            <a:srgbClr val="E94560">
              <a:alpha val="1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3223" y="647551"/>
            <a:ext cx="251965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33223" y="952202"/>
            <a:ext cx="25196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— 오늘 저녁 업데이트 예정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P1, P7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3901" y="1425178"/>
            <a:ext cx="5842248" cy="2816423"/>
          </a:xfrm>
          <a:prstGeom prst="roundRect">
            <a:avLst>
              <a:gd name="adj" fmla="val 315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301" y="1552129"/>
            <a:ext cx="56481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핵심 흐름 (오늘 2일차)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301" y="1815554"/>
            <a:ext cx="5537448" cy="390227"/>
          </a:xfrm>
          <a:prstGeom prst="roundRect">
            <a:avLst>
              <a:gd name="adj" fmla="val 16273"/>
            </a:avLst>
          </a:prstGeom>
          <a:solidFill>
            <a:srgbClr val="0D1117">
              <a:alpha val="50000"/>
            </a:srgbClr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7327" y="18884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>
              <a:alpha val="20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336" y="1937593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1978" y="1888480"/>
            <a:ext cx="2212402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1978" y="2009031"/>
            <a:ext cx="2212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 — 영입 후보 전체 랭킹 확인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17800" y="194399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8902" y="18884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>
              <a:alpha val="15000"/>
            </a:srgbClr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33911" y="1937593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63553" y="1888480"/>
            <a:ext cx="2212553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63553" y="2009031"/>
            <a:ext cx="22125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 — 저평가 선수 탐색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06301" y="2269182"/>
            <a:ext cx="5537448" cy="390227"/>
          </a:xfrm>
          <a:prstGeom prst="roundRect">
            <a:avLst>
              <a:gd name="adj" fmla="val 16273"/>
            </a:avLst>
          </a:prstGeom>
          <a:solidFill>
            <a:srgbClr val="E94560">
              <a:alpha val="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7327" y="234210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2336" y="2391221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1978" y="2342108"/>
            <a:ext cx="3981989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1978" y="2462659"/>
            <a:ext cx="39819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/ F1 88.23% — 이적 후 적응 리스크 평가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06301" y="2722811"/>
            <a:ext cx="5537448" cy="390227"/>
          </a:xfrm>
          <a:prstGeom prst="roundRect">
            <a:avLst>
              <a:gd name="adj" fmla="val 16273"/>
            </a:avLst>
          </a:prstGeom>
          <a:solidFill>
            <a:srgbClr val="0D1117">
              <a:alpha val="50000"/>
            </a:srgbClr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7327" y="279573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>
              <a:alpha val="20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2336" y="2844850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1978" y="2795736"/>
            <a:ext cx="2212402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1978" y="2916287"/>
            <a:ext cx="2212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 — 가치 검증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117800" y="2851249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8902" y="279573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D26A">
              <a:alpha val="20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33911" y="2844850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63553" y="2795736"/>
            <a:ext cx="2212553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63553" y="2916287"/>
            <a:ext cx="22125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 — 타깃 컨디션 추세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23099" y="1425178"/>
            <a:ext cx="2667000" cy="853380"/>
          </a:xfrm>
          <a:prstGeom prst="roundRect">
            <a:avLst>
              <a:gd name="adj" fmla="val 10417"/>
            </a:avLst>
          </a:prstGeom>
          <a:solidFill>
            <a:srgbClr val="0F346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94549" y="1571179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94549" y="1755279"/>
            <a:ext cx="237058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epl-scouting-report-dashboard-project-ffyb8msh6uafxyyg8txsm8.streamlit.app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394549" y="2037308"/>
            <a:ext cx="2370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robinho0329/EPL-scouting-report-dashboard-project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23099" y="2380059"/>
            <a:ext cx="2667000" cy="1186755"/>
          </a:xfrm>
          <a:prstGeom prst="roundRect">
            <a:avLst>
              <a:gd name="adj" fmla="val 642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50050" y="2481560"/>
            <a:ext cx="2461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임팩트용 추가 페이지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0050" y="2703612"/>
            <a:ext cx="2413099" cy="349151"/>
          </a:xfrm>
          <a:prstGeom prst="roundRect">
            <a:avLst>
              <a:gd name="adj" fmla="val 14550"/>
            </a:avLst>
          </a:prstGeom>
          <a:solidFill>
            <a:srgbClr val="F5A623">
              <a:alpha val="8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35775" y="2821037"/>
            <a:ext cx="181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89675" y="2763887"/>
            <a:ext cx="20275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689675" y="2897237"/>
            <a:ext cx="2027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350050" y="3116163"/>
            <a:ext cx="2413099" cy="349151"/>
          </a:xfrm>
          <a:prstGeom prst="roundRect">
            <a:avLst>
              <a:gd name="adj" fmla="val 14550"/>
            </a:avLst>
          </a:prstGeom>
          <a:solidFill>
            <a:srgbClr val="F5A623">
              <a:alpha val="8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35775" y="3233589"/>
            <a:ext cx="181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89675" y="3176439"/>
            <a:ext cx="20275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689675" y="3309789"/>
            <a:ext cx="2027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/ NDCG 0.9993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3901" y="4343102"/>
            <a:ext cx="8636198" cy="80039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253901" y="4347865"/>
            <a:ext cx="863619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49401" y="44288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94560">
              <a:alpha val="25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435126" y="4498628"/>
            <a:ext cx="8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212058" y="4720828"/>
            <a:ext cx="52873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오늘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2일차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논리 확립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0550" y="44288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D26A">
              <a:alpha val="15000"/>
            </a:srgbClr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626275" y="4498628"/>
            <a:ext cx="8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350227" y="4720828"/>
            <a:ext cx="63469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05-22 내일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업데이트</a:t>
            </a: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리허설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2026-05-21T00:23:42Z</dcterms:created>
  <dcterms:modified xsi:type="dcterms:W3CDTF">2026-05-21T00:23:42Z</dcterms:modified>
</cp:coreProperties>
</file>