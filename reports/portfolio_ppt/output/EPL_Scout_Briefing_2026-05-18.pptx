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228600"/>
            <a:ext cx="16785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50912" y="228600"/>
            <a:ext cx="10882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Bot | 09:00 KST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31602" y="1099840"/>
            <a:ext cx="1703636" cy="228600"/>
          </a:xfrm>
          <a:prstGeom prst="roundRect">
            <a:avLst>
              <a:gd name="adj" fmla="val 111111"/>
            </a:avLst>
          </a:prstGeom>
          <a:solidFill>
            <a:srgbClr val="58A6FF">
              <a:alpha val="12000"/>
            </a:srgbClr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6177" y="1147465"/>
            <a:ext cx="1381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27번째 정기 미팅 | 09:00 KST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36738" y="1099840"/>
            <a:ext cx="1430685" cy="228600"/>
          </a:xfrm>
          <a:prstGeom prst="roundRect">
            <a:avLst>
              <a:gd name="adj" fmla="val 111111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11313" y="1147465"/>
            <a:ext cx="1103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로컬 학습 실행일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1602" y="1506141"/>
            <a:ext cx="8627668" cy="101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</a:t>
            </a:r>
            <a:endParaRPr lang="en-US" sz="3800" dirty="0"/>
          </a:p>
          <a:p>
            <a:pPr algn="l" indent="0" marL="0">
              <a:lnSpc>
                <a:spcPts val="399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31602" y="2621161"/>
            <a:ext cx="86276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| 2026-05-18 (월)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602" y="2970312"/>
            <a:ext cx="86276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5월 18일 월요일 — 제27회 정기 미팅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602" y="3170337"/>
            <a:ext cx="86276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· Marcus Webb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4102150"/>
            <a:ext cx="9144000" cy="10413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0" y="4111675"/>
            <a:ext cx="9144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800" y="4466183"/>
            <a:ext cx="73320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슬로건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04800" y="4631234"/>
            <a:ext cx="7332015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오늘이 바로 그 월요일 — </a:t>
            </a:r>
            <a:pPr algn="l" indent="0" marL="0">
              <a:lnSpc>
                <a:spcPts val="1318"/>
              </a:lnSpc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train_v5_1.py 실행</a:t>
            </a:r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</a:t>
            </a:r>
            <a:pPr algn="l" indent="0" marL="0">
              <a:lnSpc>
                <a:spcPts val="1318"/>
              </a:lnSpc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7일 연속 미달 종결</a:t>
            </a:r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</a:t>
            </a:r>
            <a:pPr algn="l" indent="0" marL="0">
              <a:lnSpc>
                <a:spcPts val="1318"/>
              </a:lnSpc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재학습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97961" y="4121200"/>
            <a:ext cx="0" cy="86990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7548" y="4200525"/>
            <a:ext cx="3851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평점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875091" y="4327475"/>
            <a:ext cx="65534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03691" y="4670375"/>
            <a:ext cx="1891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809161" y="4787801"/>
            <a:ext cx="789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-0.05 (전일 4.65)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5007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P1·P7 오늘 로컬 학습으로 7일 연속 미달 종결 예정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1307" y="250775"/>
            <a:ext cx="808434" cy="183952"/>
          </a:xfrm>
          <a:prstGeom prst="roundRect">
            <a:avLst>
              <a:gd name="adj" fmla="val 110463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2333" y="285601"/>
            <a:ext cx="598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 2개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7043142" y="250775"/>
            <a:ext cx="643533" cy="183952"/>
          </a:xfrm>
          <a:prstGeom prst="roundRect">
            <a:avLst>
              <a:gd name="adj" fmla="val 110463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54168" y="285601"/>
            <a:ext cx="429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 5개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750076" y="250775"/>
            <a:ext cx="538311" cy="183952"/>
          </a:xfrm>
          <a:prstGeom prst="roundRect">
            <a:avLst>
              <a:gd name="adj" fmla="val 110463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61102" y="285601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 3개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351788" y="250775"/>
            <a:ext cx="538311" cy="183952"/>
          </a:xfrm>
          <a:prstGeom prst="roundRect">
            <a:avLst>
              <a:gd name="adj" fmla="val 110463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62814" y="285601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8313773" y="787152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313773" y="923627"/>
            <a:ext cx="4923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8313773" y="1109365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313773" y="1328440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313773" y="1547515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✓✓ 최우수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313773" y="1766590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313773" y="1985665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313773" y="2199977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313773" y="2336453"/>
            <a:ext cx="4923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8313773" y="2522190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313773" y="2741265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313773" y="2960340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우수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313773" y="3179415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313773" y="3398490"/>
            <a:ext cx="4923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53901" y="4737497"/>
            <a:ext cx="8636198" cy="304502"/>
          </a:xfrm>
          <a:prstGeom prst="roundRect">
            <a:avLst>
              <a:gd name="adj" fmla="val 20854"/>
            </a:avLst>
          </a:prstGeom>
          <a:solidFill>
            <a:srgbClr val="161B22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0376" y="4832598"/>
            <a:ext cx="3225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909786" y="4832598"/>
            <a:ext cx="5825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Acc 54.79% (목표 57%) / </a:t>
            </a:r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R² 0.586 (목표 0.62) — 코드 수정 완료, 오늘 로컬 PC 직접 실행만 남음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824365" y="4797772"/>
            <a:ext cx="1929259" cy="183952"/>
          </a:xfrm>
          <a:prstGeom prst="roundRect">
            <a:avLst>
              <a:gd name="adj" fmla="val 62136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48190" y="4832598"/>
            <a:ext cx="17152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 S1·P4·P6·S2·P8·P3·P2·S3·S6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350" y="228451"/>
            <a:ext cx="354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어제(05-17) 달성·미달 현황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3개 항목 전부 미달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0201" y="279350"/>
            <a:ext cx="924074" cy="193477"/>
          </a:xfrm>
          <a:prstGeom prst="roundRect">
            <a:avLst>
              <a:gd name="adj" fmla="val 59077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4026" y="314176"/>
            <a:ext cx="6899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0 / 3 (0%)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635776" y="314176"/>
            <a:ext cx="12534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평점 4.65 → 4.60 </a:t>
            </a:r>
            <a:pPr algn="l" indent="0" marL="0">
              <a:buNone/>
            </a:pPr>
            <a:r>
              <a:rPr lang="en-US" sz="7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350" y="599777"/>
            <a:ext cx="2980134" cy="3823246"/>
          </a:xfrm>
          <a:prstGeom prst="roundRect">
            <a:avLst>
              <a:gd name="adj" fmla="val 3409"/>
            </a:avLst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9350" y="618827"/>
            <a:ext cx="2980134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9960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350" y="4413498"/>
            <a:ext cx="2980134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875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4100" y="625227"/>
            <a:ext cx="789384" cy="164902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25601" y="650528"/>
            <a:ext cx="598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연속 미생성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0800" y="7902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9651" y="879128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7852" y="820489"/>
            <a:ext cx="1496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— 최후통첩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07852" y="956965"/>
            <a:ext cx="149633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0800" y="1222028"/>
            <a:ext cx="2637234" cy="2785318"/>
          </a:xfrm>
          <a:prstGeom prst="roundRect">
            <a:avLst>
              <a:gd name="adj" fmla="val 192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5100" y="1310878"/>
            <a:ext cx="2456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파일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5100" y="1485454"/>
            <a:ext cx="24568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reports/portfolio_ppt/demo_script_draft.md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5100" y="1653629"/>
            <a:ext cx="245680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→ S2 → P8 → P6 → S6 5분 흐름 5장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불필요 — results_summary.json 수치만으로 작성 가능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0800" y="4118372"/>
            <a:ext cx="6799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(-0.03) 평점 하락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05769" y="4083546"/>
            <a:ext cx="982266" cy="193477"/>
          </a:xfrm>
          <a:prstGeom prst="roundRect">
            <a:avLst>
              <a:gd name="adj" fmla="val 2625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16795" y="4118372"/>
            <a:ext cx="7754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최후통첩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11885" y="599777"/>
            <a:ext cx="2650182" cy="3823246"/>
          </a:xfrm>
          <a:prstGeom prst="roundRect">
            <a:avLst>
              <a:gd name="adj" fmla="val 3834"/>
            </a:avLst>
          </a:prstGeom>
          <a:solidFill>
            <a:srgbClr val="E94560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411885" y="618827"/>
            <a:ext cx="2650182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2542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1885" y="4413498"/>
            <a:ext cx="2650182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1410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3335" y="7902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672185" y="879128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40386" y="820489"/>
            <a:ext cx="12373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— 미생성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040386" y="956965"/>
            <a:ext cx="123736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체크리스트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83335" y="1222028"/>
            <a:ext cx="2307282" cy="2785318"/>
          </a:xfrm>
          <a:prstGeom prst="roundRect">
            <a:avLst>
              <a:gd name="adj" fmla="val 220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97635" y="1310878"/>
            <a:ext cx="2120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파일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97635" y="1485454"/>
            <a:ext cx="21202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reports/local_training_checklist.md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697635" y="1653629"/>
            <a:ext cx="2078682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97635" y="1640979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99136" y="1653629"/>
            <a:ext cx="201672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P7+P1 실행 순서 명시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97635" y="1783110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9136" y="1795760"/>
            <a:ext cx="201672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경로 및 커밋 방법 포함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583335" y="4118372"/>
            <a:ext cx="6799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(-0.01) 평점 하락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83646" y="4083546"/>
            <a:ext cx="1006971" cy="193477"/>
          </a:xfrm>
          <a:prstGeom prst="roundRect">
            <a:avLst>
              <a:gd name="adj" fmla="val 2625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94672" y="4118372"/>
            <a:ext cx="800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오후 필수 생성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214467" y="599777"/>
            <a:ext cx="2650182" cy="3823246"/>
          </a:xfrm>
          <a:prstGeom prst="roundRect">
            <a:avLst>
              <a:gd name="adj" fmla="val 3834"/>
            </a:avLst>
          </a:prstGeom>
          <a:solidFill>
            <a:srgbClr val="E94560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214467" y="618827"/>
            <a:ext cx="2650182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55125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4467" y="4413498"/>
            <a:ext cx="2650182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3992" y="599777"/>
            <a:ext cx="0" cy="3823246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5917" y="7902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74768" y="879128"/>
            <a:ext cx="18125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94560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42968" y="820489"/>
            <a:ext cx="13094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E9456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— 이번 주 내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842968" y="956965"/>
            <a:ext cx="1309467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정밀도-재현율 분석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85917" y="1222028"/>
            <a:ext cx="2307282" cy="2785318"/>
          </a:xfrm>
          <a:prstGeom prst="roundRect">
            <a:avLst>
              <a:gd name="adj" fmla="val 220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500217" y="1310878"/>
            <a:ext cx="2120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파일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500217" y="1485454"/>
            <a:ext cx="21202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models/p8_transfer_adapt/</a:t>
            </a:r>
            <a:endParaRPr lang="en-US" sz="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evaluate_precision_recall.py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500217" y="1758404"/>
            <a:ext cx="2078682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500217" y="1745754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01718" y="1758404"/>
            <a:ext cx="201672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88.23% confusion matrix 분석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00217" y="1887885"/>
            <a:ext cx="3461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601718" y="1900535"/>
            <a:ext cx="201672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양성 클래스 74.98% 비율 재검증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385917" y="4118372"/>
            <a:ext cx="6799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(-0.01) 평점 하락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863929" y="4083546"/>
            <a:ext cx="829270" cy="193477"/>
          </a:xfrm>
          <a:prstGeom prst="roundRect">
            <a:avLst>
              <a:gd name="adj" fmla="val 26256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974955" y="4118372"/>
            <a:ext cx="619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내 생성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79350" y="4657874"/>
            <a:ext cx="271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279678" y="4657874"/>
            <a:ext cx="3928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3 (0%)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79350" y="4819799"/>
            <a:ext cx="5385495" cy="88850"/>
          </a:xfrm>
          <a:prstGeom prst="roundRect">
            <a:avLst>
              <a:gd name="adj" fmla="val 5717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842546" y="4583311"/>
            <a:ext cx="1410891" cy="399901"/>
          </a:xfrm>
          <a:prstGeom prst="roundRect">
            <a:avLst>
              <a:gd name="adj" fmla="val 15879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993600" y="4643586"/>
            <a:ext cx="11087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평점 변화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993600" y="4780062"/>
            <a:ext cx="11087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 → 4.60 </a:t>
            </a:r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-0.05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431137" y="4549973"/>
            <a:ext cx="1433513" cy="466576"/>
          </a:xfrm>
          <a:prstGeom prst="roundRect">
            <a:avLst>
              <a:gd name="adj" fmla="val 13610"/>
            </a:avLst>
          </a:prstGeom>
          <a:solidFill>
            <a:srgbClr val="1A05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7581965" y="4610249"/>
            <a:ext cx="11318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581965" y="4718149"/>
            <a:ext cx="11318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연속 미생성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581965" y="4851499"/>
            <a:ext cx="11318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runner data/ 없음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634901"/>
            <a:ext cx="25301" cy="3848249"/>
          </a:xfrm>
          <a:prstGeom prst="roundRect">
            <a:avLst>
              <a:gd name="adj" fmla="val 50196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228451"/>
            <a:ext cx="3287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</a:t>
            </a:r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완료 시 4.60 → 4.82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85248" y="314176"/>
            <a:ext cx="1968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PC 준비 완료 / 코드 수정 완료 / 실행만 남음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301" y="558552"/>
            <a:ext cx="8509099" cy="129986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6301" y="568077"/>
            <a:ext cx="8509099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05875" y="558552"/>
            <a:ext cx="0" cy="1299865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01" y="1848892"/>
            <a:ext cx="8509099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113" y="558552"/>
            <a:ext cx="0" cy="1299865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9926" y="679103"/>
            <a:ext cx="549473" cy="183952"/>
          </a:xfrm>
          <a:prstGeom prst="roundRect">
            <a:avLst>
              <a:gd name="adj" fmla="val 27616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18302" y="713929"/>
            <a:ext cx="359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우선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93527" y="67910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4828" y="81557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6778" y="679103"/>
            <a:ext cx="11496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— MARCUS WEBB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26778" y="841028"/>
            <a:ext cx="77825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 실행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6778" y="1063228"/>
            <a:ext cx="6592044" cy="206276"/>
          </a:xfrm>
          <a:prstGeom prst="roundRect">
            <a:avLst>
              <a:gd name="adj" fmla="val 246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5628" y="1113979"/>
            <a:ext cx="65426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models/p7_growth_curve/train_v5_1.py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6778" y="1307604"/>
            <a:ext cx="67238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lag4 피처 10개 추가, 총 50피처 LGBM 모델. val-test 갭 0.055 개선 목표.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845772" y="1063228"/>
            <a:ext cx="910977" cy="399901"/>
          </a:xfrm>
          <a:prstGeom prst="roundRect">
            <a:avLst>
              <a:gd name="adj" fmla="val 12703"/>
            </a:avLst>
          </a:prstGeom>
          <a:solidFill>
            <a:srgbClr val="1A12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43020" y="1123504"/>
            <a:ext cx="7027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R² 0.586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943020" y="1259979"/>
            <a:ext cx="702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≥ 0.62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27553" y="1501229"/>
            <a:ext cx="9291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4.68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6301" y="1947267"/>
            <a:ext cx="8509099" cy="129986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06301" y="1956792"/>
            <a:ext cx="85090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5875" y="1947267"/>
            <a:ext cx="0" cy="1299865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301" y="3237607"/>
            <a:ext cx="85090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0113" y="1947267"/>
            <a:ext cx="0" cy="1299865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9743" y="2067818"/>
            <a:ext cx="1059656" cy="164902"/>
          </a:xfrm>
          <a:prstGeom prst="roundRect">
            <a:avLst>
              <a:gd name="adj" fmla="val 30806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11244" y="2093119"/>
            <a:ext cx="873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7일 연속 미달 최후통첩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93527" y="206781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E94560">
              <a:alpha val="15000"/>
            </a:srgbClr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4828" y="220429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6778" y="2067818"/>
            <a:ext cx="11496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 — MARCUS WEBB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26778" y="2229743"/>
            <a:ext cx="77825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 완성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26778" y="2451943"/>
            <a:ext cx="6713190" cy="206276"/>
          </a:xfrm>
          <a:prstGeom prst="roundRect">
            <a:avLst>
              <a:gd name="adj" fmla="val 246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15628" y="2502694"/>
            <a:ext cx="6666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reports/portfolio_ppt/demo_script_draft.md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26778" y="2696319"/>
            <a:ext cx="68474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5분 시연 흐름 5장. 노팅엄 포레스트 / 브렌트포드 30~50M£ 가상 영입 시나리오. 데이터 불필요.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966918" y="2451943"/>
            <a:ext cx="789831" cy="399901"/>
          </a:xfrm>
          <a:prstGeom prst="roundRect">
            <a:avLst>
              <a:gd name="adj" fmla="val 12703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66589" y="2512219"/>
            <a:ext cx="5791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5장 초안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66589" y="2648694"/>
            <a:ext cx="579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완성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1122" y="2889945"/>
            <a:ext cx="80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4.76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6301" y="3335982"/>
            <a:ext cx="8509099" cy="129986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06301" y="3345507"/>
            <a:ext cx="8509099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05875" y="3335982"/>
            <a:ext cx="0" cy="1299865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6301" y="4626322"/>
            <a:ext cx="8509099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0113" y="3335982"/>
            <a:ext cx="0" cy="1299865"/>
          </a:xfrm>
          <a:prstGeom prst="line">
            <a:avLst/>
          </a:prstGeom>
          <a:noFill/>
          <a:ln w="47625">
            <a:solidFill>
              <a:srgbClr val="00D2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07747" y="3456533"/>
            <a:ext cx="361652" cy="183952"/>
          </a:xfrm>
          <a:prstGeom prst="roundRect">
            <a:avLst>
              <a:gd name="adj" fmla="val 27616"/>
            </a:avLst>
          </a:prstGeom>
          <a:solidFill>
            <a:srgbClr val="00D26A">
              <a:alpha val="15000"/>
            </a:srgbClr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506123" y="3491359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93527" y="345653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0D26A">
              <a:alpha val="12000"/>
            </a:srgbClr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64828" y="35930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6778" y="3456533"/>
            <a:ext cx="11496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 — MARCUS WEBB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26778" y="3618458"/>
            <a:ext cx="77825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로컬 재학습 + 체크리스트 생성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26778" y="3840659"/>
            <a:ext cx="6502003" cy="206276"/>
          </a:xfrm>
          <a:prstGeom prst="roundRect">
            <a:avLst>
              <a:gd name="adj" fmla="val 246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15628" y="3891409"/>
            <a:ext cx="6450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 models/p1_match_result/train_pipeline.py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126778" y="4085034"/>
            <a:ext cx="66320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elo_trend_3, form_elo_composite, RobustScaler 적용. 학습 후 local_training_checklist.md 함께 생성.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755731" y="3840659"/>
            <a:ext cx="1001018" cy="399901"/>
          </a:xfrm>
          <a:prstGeom prst="roundRect">
            <a:avLst>
              <a:gd name="adj" fmla="val 12703"/>
            </a:avLst>
          </a:prstGeom>
          <a:solidFill>
            <a:srgbClr val="00150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851178" y="3900934"/>
            <a:ext cx="7945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Acc 54.79%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851178" y="4037409"/>
            <a:ext cx="7945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Acc ≥ 57%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35711" y="4278660"/>
            <a:ext cx="1021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+0.06 → 4.82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28600" y="4737348"/>
            <a:ext cx="8686800" cy="279202"/>
          </a:xfrm>
          <a:prstGeom prst="roundRect">
            <a:avLst>
              <a:gd name="adj" fmla="val 22743"/>
            </a:avLst>
          </a:prstGeom>
          <a:solidFill>
            <a:srgbClr val="161B22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90525" y="4810274"/>
            <a:ext cx="734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합의한 그 월요일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37208" y="4829324"/>
            <a:ext cx="44322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PC에 데이터 있음 / 코드 준비 완료 / </a:t>
            </a:r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→ demo → P1</a:t>
            </a:r>
            <a:pPr algn="l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순서로 실행 / 세 가지 완료 시 </a:t>
            </a:r>
            <a:pPr algn="l" indent="0" marL="0">
              <a:lnSpc>
                <a:spcPts val="750"/>
              </a:lnSpc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 → 4.82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390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</a:t>
            </a:r>
            <a:pPr algn="l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 / 5.0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▼ 전일 4.65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70948" y="314176"/>
            <a:ext cx="20595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세 가지 완료 시 4.82 예상 — 목요일 발표 준비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76101" y="609302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161B22"/>
          </a:solidFill>
          <a:ln w="1238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2665" y="1098203"/>
            <a:ext cx="806690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26778" y="1529953"/>
            <a:ext cx="2269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9670" y="2234803"/>
            <a:ext cx="1096714" cy="228600"/>
          </a:xfrm>
          <a:prstGeom prst="roundRect">
            <a:avLst>
              <a:gd name="adj" fmla="val 50000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811" y="2282428"/>
            <a:ext cx="8144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(전일 4.65)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3901" y="2564904"/>
            <a:ext cx="4438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달성률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057251" y="2564904"/>
            <a:ext cx="1683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92%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53901" y="2717304"/>
            <a:ext cx="1968401" cy="762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3901" y="2717304"/>
            <a:ext cx="1810792" cy="76200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901" y="2895005"/>
            <a:ext cx="1968401" cy="700236"/>
          </a:xfrm>
          <a:prstGeom prst="roundRect">
            <a:avLst>
              <a:gd name="adj" fmla="val 725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751" y="2958405"/>
            <a:ext cx="18265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 원인 (05-17)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2751" y="3110805"/>
            <a:ext cx="1790700" cy="42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demo_script_draft.md: -0.03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local_training_checklist.md: -0.01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evaluate_precision_recall.py: -0.01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400002" y="558552"/>
            <a:ext cx="6619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00002" y="777627"/>
            <a:ext cx="634901" cy="428327"/>
          </a:xfrm>
          <a:prstGeom prst="roundRect">
            <a:avLst>
              <a:gd name="adj" fmla="val 14825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90808" y="860078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90808" y="1037779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060597" y="790129"/>
            <a:ext cx="1265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60597" y="933004"/>
            <a:ext cx="1265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60597" y="1028254"/>
            <a:ext cx="126544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R²≥0.62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로컬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351734" y="777627"/>
            <a:ext cx="634901" cy="428327"/>
          </a:xfrm>
          <a:prstGeom prst="roundRect">
            <a:avLst>
              <a:gd name="adj" fmla="val 148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42540" y="860078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42540" y="1037779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오전1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012329" y="790129"/>
            <a:ext cx="1265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2329" y="933004"/>
            <a:ext cx="1265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12329" y="1028254"/>
            <a:ext cx="126544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5장 완성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303466" y="777627"/>
            <a:ext cx="634901" cy="428327"/>
          </a:xfrm>
          <a:prstGeom prst="roundRect">
            <a:avLst>
              <a:gd name="adj" fmla="val 14825"/>
            </a:avLst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94272" y="860078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94272" y="1037779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오전2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6964061" y="790129"/>
            <a:ext cx="1265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64061" y="933004"/>
            <a:ext cx="1265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64061" y="1028254"/>
            <a:ext cx="1265444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Acc≥57%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+체크리스트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55198" y="777627"/>
            <a:ext cx="634901" cy="428327"/>
          </a:xfrm>
          <a:prstGeom prst="roundRect">
            <a:avLst>
              <a:gd name="adj" fmla="val 14825"/>
            </a:avLst>
          </a:prstGeom>
          <a:solidFill>
            <a:srgbClr val="001A1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46004" y="860078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46004" y="1037779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목표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2594452" y="1313706"/>
            <a:ext cx="887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4452" y="1456581"/>
            <a:ext cx="8874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+0.04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594452" y="1551831"/>
            <a:ext cx="887450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PR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3511302" y="1310729"/>
            <a:ext cx="634901" cy="409277"/>
          </a:xfrm>
          <a:prstGeom prst="roundRect">
            <a:avLst>
              <a:gd name="adj" fmla="val 15515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602108" y="1393180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02108" y="1570881"/>
            <a:ext cx="4532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05-19~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175601" y="1313706"/>
            <a:ext cx="887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75601" y="1456581"/>
            <a:ext cx="8876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175601" y="1551831"/>
            <a:ext cx="887602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Sil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≥0.30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5092601" y="1301204"/>
            <a:ext cx="634901" cy="428327"/>
          </a:xfrm>
          <a:prstGeom prst="roundRect">
            <a:avLst>
              <a:gd name="adj" fmla="val 14825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83407" y="1383655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83407" y="1561356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5756900" y="1313706"/>
            <a:ext cx="887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56900" y="1456581"/>
            <a:ext cx="8876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756900" y="1551831"/>
            <a:ext cx="887602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6673900" y="1310729"/>
            <a:ext cx="634901" cy="409277"/>
          </a:xfrm>
          <a:prstGeom prst="roundRect">
            <a:avLst>
              <a:gd name="adj" fmla="val 15515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764706" y="1393180"/>
            <a:ext cx="453289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764706" y="1570881"/>
            <a:ext cx="4532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05-20~21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7338198" y="1313706"/>
            <a:ext cx="887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38198" y="1456581"/>
            <a:ext cx="8876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338198" y="1551831"/>
            <a:ext cx="887602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성공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255198" y="1282154"/>
            <a:ext cx="634901" cy="466427"/>
          </a:xfrm>
          <a:prstGeom prst="roundRect">
            <a:avLst>
              <a:gd name="adj" fmla="val 13614"/>
            </a:avLst>
          </a:prstGeom>
          <a:solidFill>
            <a:srgbClr val="0015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346004" y="1364605"/>
            <a:ext cx="453289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46004" y="1580406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달성!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2400002" y="1824782"/>
            <a:ext cx="6490097" cy="319176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2419052" y="1824782"/>
            <a:ext cx="0" cy="3191768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5053" y="3263503"/>
            <a:ext cx="63220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“오늘이 바로 그 월요일입니다. 지난 7일간 '다음 주 월요일에 로컬에서 학습한다'는 계획을 매일 세웠습니다. 오늘이 그날입니다. </a:t>
            </a:r>
            <a:pPr algn="l" indent="0" marL="0">
              <a:lnSpc>
                <a:spcPts val="123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train_v5_1.py를 실행하십시오.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오늘 세 가지가 전부 됩니다. </a:t>
            </a:r>
            <a:pPr algn="l" indent="0" marL="0">
              <a:lnSpc>
                <a:spcPts val="1238"/>
              </a:lnSpc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4.60에서 4.82 이상으로 올라갑니다.</a:t>
            </a:r>
            <a:pPr algn="l" indent="0" marL="0">
              <a:lnSpc>
                <a:spcPts val="1238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 </a:t>
            </a:r>
            <a:pPr algn="l" indent="0" marL="0">
              <a:lnSpc>
                <a:spcPts val="1238"/>
              </a:lnSpc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 스카우트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3901" y="228451"/>
            <a:ext cx="4897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</a:t>
            </a:r>
            <a:pPr algn="l" indent="0" marL="0">
              <a:buNone/>
            </a:pPr>
            <a:r>
              <a:rPr lang="en-US" sz="13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정상 운영 / 즉시 시연 9개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91821" y="314176"/>
            <a:ext cx="17322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완성 시 목요일 발표 준비 완료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53901" y="545902"/>
            <a:ext cx="2802434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3901" y="564952"/>
            <a:ext cx="2802434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407" y="672852"/>
            <a:ext cx="265142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407" y="1015752"/>
            <a:ext cx="26514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9407" y="1152227"/>
            <a:ext cx="26514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70634" y="545902"/>
            <a:ext cx="2802582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0634" y="564952"/>
            <a:ext cx="2802582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39" y="672852"/>
            <a:ext cx="265157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39" y="1015752"/>
            <a:ext cx="2651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시연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46139" y="1152227"/>
            <a:ext cx="2651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87517" y="545902"/>
            <a:ext cx="2802582" cy="799951"/>
          </a:xfrm>
          <a:prstGeom prst="roundRect">
            <a:avLst>
              <a:gd name="adj" fmla="val 952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87517" y="564952"/>
            <a:ext cx="2802582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22" y="672852"/>
            <a:ext cx="2651572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63022" y="1015752"/>
            <a:ext cx="2651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학습 후 추가 예정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63022" y="1152227"/>
            <a:ext cx="26515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— 로컬 학습 결과 반영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3901" y="1434703"/>
            <a:ext cx="2793950" cy="661243"/>
          </a:xfrm>
          <a:prstGeom prst="roundRect">
            <a:avLst>
              <a:gd name="adj" fmla="val 11524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376" y="1558528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— 즉시 접속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90376" y="1723579"/>
            <a:ext cx="257142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3901" y="2172146"/>
            <a:ext cx="2793950" cy="396776"/>
          </a:xfrm>
          <a:prstGeom prst="roundRect">
            <a:avLst>
              <a:gd name="adj" fmla="val 16004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0376" y="2257871"/>
            <a:ext cx="25714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90376" y="2378422"/>
            <a:ext cx="25714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robinho0329/EPL-scouting-report-dashboard-project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3901" y="2645122"/>
            <a:ext cx="2793950" cy="732979"/>
          </a:xfrm>
          <a:prstGeom prst="roundRect">
            <a:avLst>
              <a:gd name="adj" fmla="val 8663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0376" y="2735610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278" y="2730847"/>
            <a:ext cx="8627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상태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90376" y="2892772"/>
            <a:ext cx="25714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실행: 2026-05-11
7일 연속 미생성 (runner에 data/ 없음)
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학습으로 대체 진행 중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3901" y="3454301"/>
            <a:ext cx="2793950" cy="1108472"/>
          </a:xfrm>
          <a:prstGeom prst="roundRect">
            <a:avLst>
              <a:gd name="adj" fmla="val 572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0851" y="3543151"/>
            <a:ext cx="25908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발표 준비 타임라인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0851" y="3730377"/>
            <a:ext cx="2540050" cy="47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0851" y="375418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251" y="3730377"/>
            <a:ext cx="5893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오늘(05-18 월)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87202" y="3730377"/>
            <a:ext cx="13348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학습 + demo_script + P1 학습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0851" y="392876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3251" y="3904952"/>
            <a:ext cx="818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05-20(수)~05-21(목)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411932" y="3904952"/>
            <a:ext cx="9566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발표 리허설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0851" y="410334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3251" y="4079528"/>
            <a:ext cx="271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목요일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76002" y="4079528"/>
            <a:ext cx="8660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포트폴리오 발표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74802" y="1434703"/>
            <a:ext cx="58296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시연 가능 페이지 (9개)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74802" y="1644104"/>
            <a:ext cx="1862733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174802" y="1653629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32772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74802" y="2569964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79564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85827" y="1937891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38079" y="1928366"/>
            <a:ext cx="880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85827" y="2099816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0.9093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85827" y="2195066"/>
            <a:ext cx="1673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4.66점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100935" y="1644104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100935" y="1653629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59054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00935" y="2569964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05698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1961" y="1947416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64212" y="1937891"/>
            <a:ext cx="7702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211961" y="2109341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0.9987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1961" y="2204591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NDCG@10 0.9993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027218" y="1644104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7027218" y="1653629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85337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27218" y="2569964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31980" y="1644104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8243" y="1947416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290495" y="1937891"/>
            <a:ext cx="755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138243" y="2109341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0.8734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138243" y="2204591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£3.28M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174802" y="2638127"/>
            <a:ext cx="1862733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3174802" y="2647652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32772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74802" y="3563987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79564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85827" y="2941439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438079" y="2931914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285827" y="3103364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0.8812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285827" y="3198614"/>
            <a:ext cx="16734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£3.23M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100935" y="2638127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5100935" y="2647652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59054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00935" y="3563987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05698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11961" y="2941439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364212" y="2931914"/>
            <a:ext cx="782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211961" y="3103364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211961" y="3198614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88.23%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7027218" y="2638127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7027218" y="2647652"/>
            <a:ext cx="1862882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85337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27218" y="3563987"/>
            <a:ext cx="1862882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31980" y="2638127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38243" y="2941439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290495" y="2931914"/>
            <a:ext cx="65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138243" y="3103364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7138243" y="3198614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100%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3174802" y="3632150"/>
            <a:ext cx="1862733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3174802" y="3641675"/>
            <a:ext cx="1862733" cy="0"/>
          </a:xfrm>
          <a:prstGeom prst="line">
            <a:avLst/>
          </a:prstGeom>
          <a:noFill/>
          <a:ln w="19050">
            <a:solidFill>
              <a:srgbClr val="00D26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32772" y="3632150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74802" y="4558010"/>
            <a:ext cx="186273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179564" y="3632150"/>
            <a:ext cx="0" cy="930622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85827" y="3925937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438079" y="3916412"/>
            <a:ext cx="782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3285827" y="4087862"/>
            <a:ext cx="1673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= 0.8877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285827" y="4183112"/>
            <a:ext cx="1673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 0.96골</a:t>
            </a:r>
            <a:endParaRPr lang="en-US" sz="600" dirty="0"/>
          </a:p>
        </p:txBody>
      </p:sp>
      <p:sp>
        <p:nvSpPr>
          <p:cNvPr id="108" name="Text 106"/>
          <p:cNvSpPr/>
          <p:nvPr/>
        </p:nvSpPr>
        <p:spPr>
          <a:xfrm>
            <a:off x="5100935" y="3632150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5100935" y="3641675"/>
            <a:ext cx="186288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59054" y="3632150"/>
            <a:ext cx="0" cy="9306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00935" y="4558010"/>
            <a:ext cx="186288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105698" y="3632150"/>
            <a:ext cx="0" cy="9306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211961" y="3935462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364212" y="3925937"/>
            <a:ext cx="755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5211961" y="4097387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GK Sil 0.4873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211961" y="4192637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0.3637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7027218" y="3632150"/>
            <a:ext cx="1862882" cy="930622"/>
          </a:xfrm>
          <a:prstGeom prst="roundRect">
            <a:avLst>
              <a:gd name="adj" fmla="val 68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Shape 116"/>
          <p:cNvSpPr/>
          <p:nvPr/>
        </p:nvSpPr>
        <p:spPr>
          <a:xfrm>
            <a:off x="7027218" y="3641675"/>
            <a:ext cx="186288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885337" y="3632150"/>
            <a:ext cx="0" cy="9306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27218" y="4558010"/>
            <a:ext cx="186288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31980" y="3632150"/>
            <a:ext cx="0" cy="93062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38243" y="3935462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290495" y="3925937"/>
            <a:ext cx="658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7138243" y="4097387"/>
            <a:ext cx="16736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7138243" y="4192637"/>
            <a:ext cx="16736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61.74%</a:t>
            </a:r>
            <a:endParaRPr lang="en-US" sz="600" dirty="0"/>
          </a:p>
        </p:txBody>
      </p:sp>
      <p:sp>
        <p:nvSpPr>
          <p:cNvPr id="126" name="Text 124"/>
          <p:cNvSpPr/>
          <p:nvPr/>
        </p:nvSpPr>
        <p:spPr>
          <a:xfrm>
            <a:off x="253901" y="4651623"/>
            <a:ext cx="8636198" cy="364927"/>
          </a:xfrm>
          <a:prstGeom prst="roundRect">
            <a:avLst>
              <a:gd name="adj" fmla="val 17401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415826" y="4776936"/>
            <a:ext cx="4211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7166521" y="4724549"/>
            <a:ext cx="1561654" cy="219075"/>
          </a:xfrm>
          <a:prstGeom prst="roundRect">
            <a:avLst>
              <a:gd name="adj" fmla="val 23188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7"/>
          <p:cNvSpPr/>
          <p:nvPr/>
        </p:nvSpPr>
        <p:spPr>
          <a:xfrm>
            <a:off x="7302996" y="4772174"/>
            <a:ext cx="1314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시 즉시 활용 → 11개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2026-05-18T00:29:20Z</dcterms:created>
  <dcterms:modified xsi:type="dcterms:W3CDTF">2026-05-18T00:29:20Z</dcterms:modified>
</cp:coreProperties>
</file>