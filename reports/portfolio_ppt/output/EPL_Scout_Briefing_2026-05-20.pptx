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253901"/>
            <a:ext cx="406301" cy="406301"/>
          </a:xfrm>
          <a:prstGeom prst="roundRect">
            <a:avLst>
              <a:gd name="adj" fmla="val 12503"/>
            </a:avLst>
          </a:prstGeom>
          <a:solidFill>
            <a:srgbClr val="1A1A2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224" y="409426"/>
            <a:ext cx="1871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61702" y="399901"/>
            <a:ext cx="18048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76356" y="342751"/>
            <a:ext cx="1613743" cy="228600"/>
          </a:xfrm>
          <a:prstGeom prst="roundRect">
            <a:avLst>
              <a:gd name="adj" fmla="val 111111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2831" y="390376"/>
            <a:ext cx="1367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29번째 정기 미팅 | 09:00 KST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3901" y="888950"/>
            <a:ext cx="1618506" cy="219075"/>
          </a:xfrm>
          <a:prstGeom prst="roundRect">
            <a:avLst>
              <a:gd name="adj" fmla="val 2318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851" y="927050"/>
            <a:ext cx="13918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D-Day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3901" y="1234976"/>
            <a:ext cx="7578242" cy="967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8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</a:t>
            </a:r>
            <a:endParaRPr lang="en-US" sz="3400" dirty="0"/>
          </a:p>
          <a:p>
            <a:pPr algn="l" indent="0" marL="0">
              <a:lnSpc>
                <a:spcPts val="3808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3901" y="2278261"/>
            <a:ext cx="7578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  |  2026-05-20 (수)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901" y="2684562"/>
            <a:ext cx="558701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3901" y="2900363"/>
            <a:ext cx="5079950" cy="569714"/>
          </a:xfrm>
          <a:prstGeom prst="roundRect">
            <a:avLst>
              <a:gd name="adj" fmla="val 891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77713" y="2900363"/>
            <a:ext cx="0" cy="569714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926" y="3001863"/>
            <a:ext cx="4822076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D-Day — 5단계 발표 흐름 실전 검증</a:t>
            </a:r>
            <a:endParaRPr lang="en-US" sz="850" dirty="0"/>
          </a:p>
          <a:p>
            <a:pPr algn="l" indent="0" marL="0">
              <a:lnSpc>
                <a:spcPts val="144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오늘 저녁 로컬 학습으로 9일 연속 미달 종결 예정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549" y="3391049"/>
            <a:ext cx="1117550" cy="1117550"/>
          </a:xfrm>
          <a:prstGeom prst="roundRect">
            <a:avLst>
              <a:gd name="adj" fmla="val 81822"/>
            </a:avLst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71693" y="3675162"/>
            <a:ext cx="5294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38530" y="3967163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163371" y="4110038"/>
            <a:ext cx="3426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⇧ +0.15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0" y="4813399"/>
            <a:ext cx="9144000" cy="33010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0" y="4818162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901" y="4916537"/>
            <a:ext cx="18014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· Marcus Webb Analytics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232600" y="4930825"/>
            <a:ext cx="16906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2026-05-20 09:00 KST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77701"/>
            <a:ext cx="34843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7701" y="460177"/>
            <a:ext cx="3484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P3/P4/S1 최우수  |  P1/P7 오늘 저녁 로컬 학습으로 9일 연속 미달 종결 예정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77701" y="695027"/>
            <a:ext cx="2130475" cy="515243"/>
          </a:xfrm>
          <a:prstGeom prst="roundRect">
            <a:avLst>
              <a:gd name="adj" fmla="val 1232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77701" y="704552"/>
            <a:ext cx="2130475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9927" y="777478"/>
            <a:ext cx="1966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9927" y="1031379"/>
            <a:ext cx="196602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(P3, P4, S1)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397026" y="695027"/>
            <a:ext cx="2130623" cy="515243"/>
          </a:xfrm>
          <a:prstGeom prst="roundRect">
            <a:avLst>
              <a:gd name="adj" fmla="val 1232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397026" y="704552"/>
            <a:ext cx="2130623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9250" y="777478"/>
            <a:ext cx="1966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79250" y="1031379"/>
            <a:ext cx="196617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(P2, P6, P8, S2)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16500" y="695027"/>
            <a:ext cx="2130475" cy="515243"/>
          </a:xfrm>
          <a:prstGeom prst="roundRect">
            <a:avLst>
              <a:gd name="adj" fmla="val 1232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16500" y="704552"/>
            <a:ext cx="2130475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8726" y="777478"/>
            <a:ext cx="1966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8726" y="1031379"/>
            <a:ext cx="196602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(P5, S3, S6)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35825" y="695027"/>
            <a:ext cx="2130475" cy="515243"/>
          </a:xfrm>
          <a:prstGeom prst="roundRect">
            <a:avLst>
              <a:gd name="adj" fmla="val 1232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35825" y="704552"/>
            <a:ext cx="2130475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8051" y="777478"/>
            <a:ext cx="1966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18051" y="1031379"/>
            <a:ext cx="1966023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(P1, P7)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1102" y="1594098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0452" y="1598116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34852" y="1598116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54.79% / F1 40.65%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12902" y="160927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04902" y="1598116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Acc 57% / 9일 연속 미달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1102" y="1830586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0452" y="1834604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34852" y="1834604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 / MAE 0.96골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12902" y="184576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04902" y="1834604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0.65 초과 달성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1102" y="2067074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0452" y="2071092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434852" y="2071092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/ Acc 100%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12902" y="208225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04902" y="2071092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분류 성능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1102" y="2366367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0452" y="2370534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434852" y="2308622"/>
            <a:ext cx="16194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 / NDCG@10 0.9993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12902" y="238169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504902" y="2370534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임팩트용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41102" y="2665809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0452" y="2669828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434852" y="2669828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Silhouette 0.2851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12902" y="268099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504902" y="2669828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0.30 미달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1102" y="2902297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0452" y="2906316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34852" y="2906316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/ MAE £3.28M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12902" y="291747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504902" y="2906316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활용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41102" y="3138785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0452" y="3142804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434852" y="3142804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0.586 / MAE 1.16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212902" y="315396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504902" y="3142804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0.62 / 9일 연속 미달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41102" y="3375273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0452" y="3379291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434852" y="3379291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/ F1 88.23%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212902" y="339045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504902" y="3379291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활용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41102" y="3611761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0452" y="3615779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434852" y="3615779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/ MAE 4.66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212902" y="362694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504902" y="3615779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v1.2 최우수 / 리허설 1단계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41102" y="3911054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20452" y="3853309"/>
            <a:ext cx="80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434852" y="3915221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 / MAE £3.23M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212902" y="392638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504902" y="3915221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v4 포지션별 분리 / 리허설 2단계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41102" y="4273302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20452" y="4277469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434852" y="4215557"/>
            <a:ext cx="16194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0.2085 / MID 0.2299 / DEF 0.3637 / GK 0.4873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3212902" y="428863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504902" y="4277469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개선 필요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41102" y="4573191"/>
            <a:ext cx="1556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20452" y="4577358"/>
            <a:ext cx="803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434852" y="4577358"/>
            <a:ext cx="16194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/ F1 61.74% / Acc 75%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212902" y="458852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3504902" y="4577358"/>
            <a:ext cx="55059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활용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77701" y="4851499"/>
            <a:ext cx="2577852" cy="228600"/>
          </a:xfrm>
          <a:prstGeom prst="roundRect">
            <a:avLst>
              <a:gd name="adj" fmla="val 22222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88727" y="4899124"/>
            <a:ext cx="2402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 : S1, P4, P6, S2, P8, P3, P2, S3, S6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857054" y="4851499"/>
            <a:ext cx="2556570" cy="228600"/>
          </a:xfrm>
          <a:prstGeom prst="roundRect">
            <a:avLst>
              <a:gd name="adj" fmla="val 22222"/>
            </a:avLst>
          </a:prstGeom>
          <a:solidFill>
            <a:srgbClr val="2A0E14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2968079" y="4899124"/>
            <a:ext cx="23812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갭 -2.21%p  |  P7 갭 -0.034  →  오늘 저녁 로컬 학습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77701"/>
            <a:ext cx="29258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어제(05-19) 달성/미달 체크리스트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73164" y="187226"/>
            <a:ext cx="1190327" cy="238125"/>
          </a:xfrm>
          <a:prstGeom prst="roundRect">
            <a:avLst>
              <a:gd name="adj" fmla="val 21333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09640" y="234851"/>
            <a:ext cx="9357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3건 / 미달 2건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48141" y="201513"/>
            <a:ext cx="1218158" cy="209550"/>
          </a:xfrm>
          <a:prstGeom prst="roundRect">
            <a:avLst>
              <a:gd name="adj" fmla="val 24242"/>
            </a:avLst>
          </a:prstGeom>
          <a:solidFill>
            <a:srgbClr val="1A1A2E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84616" y="249138"/>
            <a:ext cx="964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4.55 → 4.70  ⇧ +0.15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7701" y="536377"/>
            <a:ext cx="7264747" cy="492026"/>
          </a:xfrm>
          <a:prstGeom prst="roundRect">
            <a:avLst>
              <a:gd name="adj" fmla="val 12906"/>
            </a:avLst>
          </a:prstGeom>
          <a:solidFill>
            <a:srgbClr val="0D28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77701" y="541139"/>
            <a:ext cx="7264747" cy="0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7686" y="536377"/>
            <a:ext cx="0" cy="492026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701" y="1023640"/>
            <a:ext cx="7264747" cy="0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751" y="536377"/>
            <a:ext cx="0" cy="492026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751" y="634752"/>
            <a:ext cx="168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302" y="622102"/>
            <a:ext cx="6465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생성 완료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302" y="809327"/>
            <a:ext cx="6465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8일 연속 미달 종결 — 타임스탬프 2026-05-20 00:01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049095" y="725239"/>
            <a:ext cx="26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7701" y="1104602"/>
            <a:ext cx="7264747" cy="492026"/>
          </a:xfrm>
          <a:prstGeom prst="roundRect">
            <a:avLst>
              <a:gd name="adj" fmla="val 12906"/>
            </a:avLst>
          </a:prstGeom>
          <a:solidFill>
            <a:srgbClr val="0D28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77701" y="1109365"/>
            <a:ext cx="7264747" cy="0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7686" y="1104602"/>
            <a:ext cx="0" cy="492026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701" y="1591866"/>
            <a:ext cx="7264747" cy="0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751" y="1104602"/>
            <a:ext cx="0" cy="492026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751" y="1202978"/>
            <a:ext cx="168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9302" y="1190327"/>
            <a:ext cx="6465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evaluate_precision_recall.py 생성 완료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302" y="1377553"/>
            <a:ext cx="6465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2026-05-20 00:01 완성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049095" y="1293465"/>
            <a:ext cx="26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7701" y="1672828"/>
            <a:ext cx="7264747" cy="492026"/>
          </a:xfrm>
          <a:prstGeom prst="roundRect">
            <a:avLst>
              <a:gd name="adj" fmla="val 12906"/>
            </a:avLst>
          </a:prstGeom>
          <a:solidFill>
            <a:srgbClr val="0D28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77701" y="1677591"/>
            <a:ext cx="7264747" cy="0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7686" y="1672828"/>
            <a:ext cx="0" cy="492026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701" y="2160091"/>
            <a:ext cx="7264747" cy="0"/>
          </a:xfrm>
          <a:prstGeom prst="line">
            <a:avLst/>
          </a:prstGeom>
          <a:noFill/>
          <a:ln w="9525">
            <a:solidFill>
              <a:srgbClr val="1A4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751" y="1672828"/>
            <a:ext cx="0" cy="492026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751" y="1771204"/>
            <a:ext cx="168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9302" y="1758553"/>
            <a:ext cx="6465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local_training_checklist.md 생성 완료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9302" y="1945779"/>
            <a:ext cx="6465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2026-05-20 00:01 완성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049095" y="1861691"/>
            <a:ext cx="26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7701" y="2241054"/>
            <a:ext cx="7264747" cy="492026"/>
          </a:xfrm>
          <a:prstGeom prst="roundRect">
            <a:avLst>
              <a:gd name="adj" fmla="val 12906"/>
            </a:avLst>
          </a:prstGeom>
          <a:solidFill>
            <a:srgbClr val="2A0E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77701" y="2245816"/>
            <a:ext cx="7264747" cy="0"/>
          </a:xfrm>
          <a:prstGeom prst="line">
            <a:avLst/>
          </a:prstGeom>
          <a:noFill/>
          <a:ln w="9525">
            <a:solidFill>
              <a:srgbClr val="4A1E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37686" y="2241054"/>
            <a:ext cx="0" cy="492026"/>
          </a:xfrm>
          <a:prstGeom prst="line">
            <a:avLst/>
          </a:prstGeom>
          <a:noFill/>
          <a:ln w="9525">
            <a:solidFill>
              <a:srgbClr val="4A1E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7701" y="2728317"/>
            <a:ext cx="7264747" cy="0"/>
          </a:xfrm>
          <a:prstGeom prst="line">
            <a:avLst/>
          </a:prstGeom>
          <a:noFill/>
          <a:ln w="9525">
            <a:solidFill>
              <a:srgbClr val="4A1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6751" y="2241054"/>
            <a:ext cx="0" cy="492026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751" y="2339429"/>
            <a:ext cx="168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9302" y="2326779"/>
            <a:ext cx="65200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미달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9302" y="2514005"/>
            <a:ext cx="6520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R² 0.586 (목표 대비 -0.034) — 9일 연속 미달, 오늘 저녁 v5.1 로컬 학습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102971" y="2420392"/>
            <a:ext cx="207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77701" y="2809280"/>
            <a:ext cx="7264747" cy="492026"/>
          </a:xfrm>
          <a:prstGeom prst="roundRect">
            <a:avLst>
              <a:gd name="adj" fmla="val 12906"/>
            </a:avLst>
          </a:prstGeom>
          <a:solidFill>
            <a:srgbClr val="2A0E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77701" y="2814042"/>
            <a:ext cx="7264747" cy="0"/>
          </a:xfrm>
          <a:prstGeom prst="line">
            <a:avLst/>
          </a:prstGeom>
          <a:noFill/>
          <a:ln w="9525">
            <a:solidFill>
              <a:srgbClr val="4A1E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37686" y="2809280"/>
            <a:ext cx="0" cy="492026"/>
          </a:xfrm>
          <a:prstGeom prst="line">
            <a:avLst/>
          </a:prstGeom>
          <a:noFill/>
          <a:ln w="9525">
            <a:solidFill>
              <a:srgbClr val="4A1E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7701" y="3296543"/>
            <a:ext cx="7264747" cy="0"/>
          </a:xfrm>
          <a:prstGeom prst="line">
            <a:avLst/>
          </a:prstGeom>
          <a:noFill/>
          <a:ln w="9525">
            <a:solidFill>
              <a:srgbClr val="4A1E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6751" y="2809280"/>
            <a:ext cx="0" cy="492026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751" y="2907655"/>
            <a:ext cx="168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09302" y="2895005"/>
            <a:ext cx="65200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미달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9302" y="3082230"/>
            <a:ext cx="6520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Acc 54.79% (목표 대비 -2.21%p) — 9일 연속 미달, 오늘 저녁 train_pipeline.py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102971" y="2988618"/>
            <a:ext cx="207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69398" y="536377"/>
            <a:ext cx="1396901" cy="799951"/>
          </a:xfrm>
          <a:prstGeom prst="roundRect">
            <a:avLst>
              <a:gd name="adj" fmla="val 9526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668676" y="672852"/>
            <a:ext cx="119834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7668676" y="1066502"/>
            <a:ext cx="1198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(3/5)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569398" y="1437829"/>
            <a:ext cx="1396901" cy="2975074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016478" y="2590502"/>
            <a:ext cx="512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현황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673822" y="2787253"/>
            <a:ext cx="33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073926" y="2798415"/>
            <a:ext cx="464046" cy="101501"/>
          </a:xfrm>
          <a:prstGeom prst="roundRect">
            <a:avLst>
              <a:gd name="adj" fmla="val 500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073926" y="2798415"/>
            <a:ext cx="278309" cy="101501"/>
          </a:xfrm>
          <a:prstGeom prst="roundRect">
            <a:avLst>
              <a:gd name="adj" fmla="val 50049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601373" y="2787253"/>
            <a:ext cx="258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673822" y="2961829"/>
            <a:ext cx="33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073926" y="2972991"/>
            <a:ext cx="464046" cy="101501"/>
          </a:xfrm>
          <a:prstGeom prst="roundRect">
            <a:avLst>
              <a:gd name="adj" fmla="val 500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073926" y="2972991"/>
            <a:ext cx="185589" cy="101501"/>
          </a:xfrm>
          <a:prstGeom prst="roundRect">
            <a:avLst>
              <a:gd name="adj" fmla="val 50049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601373" y="2961829"/>
            <a:ext cx="258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2건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673822" y="3136404"/>
            <a:ext cx="336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073926" y="3147566"/>
            <a:ext cx="464046" cy="101501"/>
          </a:xfrm>
          <a:prstGeom prst="roundRect">
            <a:avLst>
              <a:gd name="adj" fmla="val 500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073926" y="3147566"/>
            <a:ext cx="436066" cy="101501"/>
          </a:xfrm>
          <a:prstGeom prst="roundRect">
            <a:avLst>
              <a:gd name="adj" fmla="val 50049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601373" y="3150691"/>
            <a:ext cx="2589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77701" y="4514404"/>
            <a:ext cx="8788598" cy="502146"/>
          </a:xfrm>
          <a:prstGeom prst="roundRect">
            <a:avLst>
              <a:gd name="adj" fmla="val 1011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201513" y="4514404"/>
            <a:ext cx="0" cy="502146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7726" y="4603254"/>
            <a:ext cx="860489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"마감 직전 일괄 처리는 리허설에서 통하지 않습니다. 오늘은 리허설 D-Day입니다. 오늘 저녁 로컬 PC를 반드시 켜십시오. 9일째입니다."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77726" y="4803874"/>
            <a:ext cx="86048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52400"/>
            <a:ext cx="8788598" cy="307777"/>
          </a:xfrm>
          <a:prstGeom prst="roundRect">
            <a:avLst>
              <a:gd name="adj" fmla="val 16505"/>
            </a:avLst>
          </a:prstGeom>
          <a:solidFill>
            <a:srgbClr val="2A0E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77701" y="157163"/>
            <a:ext cx="8788598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537" y="152400"/>
            <a:ext cx="0" cy="307777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701" y="455414"/>
            <a:ext cx="8788598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513" y="152400"/>
            <a:ext cx="0" cy="307777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726" y="225326"/>
            <a:ext cx="24938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D-Day — 오늘 3가지 완결 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56786" y="234851"/>
            <a:ext cx="96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 → 4.92 예상  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701" y="549027"/>
            <a:ext cx="89643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오늘(05-20) 액션아이템 Top 3  —  리허설 D-Day 3대 과제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7701" y="885527"/>
            <a:ext cx="2853333" cy="3464421"/>
          </a:xfrm>
          <a:prstGeom prst="roundRect">
            <a:avLst>
              <a:gd name="adj" fmla="val 267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77701" y="904577"/>
            <a:ext cx="2853333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26271" y="885527"/>
            <a:ext cx="0" cy="3464421"/>
          </a:xfrm>
          <a:prstGeom prst="line">
            <a:avLst/>
          </a:prstGeom>
          <a:noFill/>
          <a:ln w="9525">
            <a:solidFill>
              <a:srgbClr val="3A1A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701" y="4345186"/>
            <a:ext cx="2853333" cy="0"/>
          </a:xfrm>
          <a:prstGeom prst="line">
            <a:avLst/>
          </a:prstGeom>
          <a:noFill/>
          <a:ln w="9525">
            <a:solidFill>
              <a:srgbClr val="3A1A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463" y="885527"/>
            <a:ext cx="0" cy="3464421"/>
          </a:xfrm>
          <a:prstGeom prst="line">
            <a:avLst/>
          </a:prstGeom>
          <a:noFill/>
          <a:ln w="9525">
            <a:solidFill>
              <a:srgbClr val="3A1A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2675" y="999827"/>
            <a:ext cx="592634" cy="155377"/>
          </a:xfrm>
          <a:prstGeom prst="roundRect">
            <a:avLst>
              <a:gd name="adj" fmla="val 24521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16076" y="1025128"/>
            <a:ext cx="475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9일 연속 종결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14176" y="1050578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9480" y="1072753"/>
            <a:ext cx="81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 — 오늘 저녁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14176" y="1317129"/>
            <a:ext cx="263199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</a:t>
            </a:r>
            <a:endParaRPr lang="en-US" sz="900" dirty="0"/>
          </a:p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 즉시 실행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4176" y="1688902"/>
            <a:ext cx="2631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 (로컬 PC)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4176" y="1885652"/>
            <a:ext cx="2580382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14176" y="1961704"/>
            <a:ext cx="2580382" cy="536377"/>
          </a:xfrm>
          <a:prstGeom prst="roundRect">
            <a:avLst>
              <a:gd name="adj" fmla="val 7103"/>
            </a:avLst>
          </a:prstGeom>
          <a:solidFill>
            <a:srgbClr val="221C10"/>
          </a:solidFill>
          <a:ln w="9525">
            <a:solidFill>
              <a:srgbClr val="3A2E1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2552" y="2021979"/>
            <a:ext cx="24313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2552" y="2171105"/>
            <a:ext cx="2431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(현재 0.586, 갭 0.034)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(현재 54.79%, 갭 2.21%p)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14176" y="2561481"/>
            <a:ext cx="26319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p7_growth_curve/train_v5_1.py → p1_match_result/train_pipeline.py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4176" y="4089797"/>
            <a:ext cx="14756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오늘 저녁 (내일 09:00 전 push)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90465" y="4064496"/>
            <a:ext cx="604093" cy="174427"/>
          </a:xfrm>
          <a:prstGeom prst="roundRect">
            <a:avLst>
              <a:gd name="adj" fmla="val 21843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63391" y="4099322"/>
            <a:ext cx="4674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+0.13 max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145334" y="885527"/>
            <a:ext cx="2853333" cy="3464421"/>
          </a:xfrm>
          <a:prstGeom prst="roundRect">
            <a:avLst>
              <a:gd name="adj" fmla="val 267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145334" y="904577"/>
            <a:ext cx="2853333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93904" y="885527"/>
            <a:ext cx="0" cy="3464421"/>
          </a:xfrm>
          <a:prstGeom prst="line">
            <a:avLst/>
          </a:prstGeom>
          <a:noFill/>
          <a:ln w="9525">
            <a:solidFill>
              <a:srgbClr val="3A2E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45334" y="4345186"/>
            <a:ext cx="2853333" cy="0"/>
          </a:xfrm>
          <a:prstGeom prst="line">
            <a:avLst/>
          </a:prstGeom>
          <a:noFill/>
          <a:ln w="9525">
            <a:solidFill>
              <a:srgbClr val="3A2E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0096" y="885527"/>
            <a:ext cx="0" cy="3464421"/>
          </a:xfrm>
          <a:prstGeom prst="line">
            <a:avLst/>
          </a:prstGeom>
          <a:noFill/>
          <a:ln w="9525">
            <a:solidFill>
              <a:srgbClr val="3A2E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1809" y="1050578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67113" y="1072753"/>
            <a:ext cx="81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 — 오늘 오전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81809" y="1317129"/>
            <a:ext cx="263199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</a:t>
            </a:r>
            <a:endParaRPr lang="en-US" sz="900" dirty="0"/>
          </a:p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D-Day 실전 검증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81809" y="1688902"/>
            <a:ext cx="2631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81809" y="1885652"/>
            <a:ext cx="2580382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281809" y="1961704"/>
            <a:ext cx="2580382" cy="536377"/>
          </a:xfrm>
          <a:prstGeom prst="roundRect">
            <a:avLst>
              <a:gd name="adj" fmla="val 7103"/>
            </a:avLst>
          </a:prstGeom>
          <a:solidFill>
            <a:srgbClr val="221C10"/>
          </a:solidFill>
          <a:ln w="9525">
            <a:solidFill>
              <a:srgbClr val="3A2E1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80184" y="2021979"/>
            <a:ext cx="24313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 발표 흐름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380184" y="2171105"/>
            <a:ext cx="2431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S1(레이팅) → S2(저평가) → P8(이적) → P6(가치) → S6(하락세)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81809" y="2561481"/>
            <a:ext cx="2631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시나리오: 노팅엄 포레스트 가상 타깃 25-28세 공격형 MF, £25-35M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81809" y="4089797"/>
            <a:ext cx="90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2026-05-20 오전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75238" y="4064496"/>
            <a:ext cx="386953" cy="174427"/>
          </a:xfrm>
          <a:prstGeom prst="roundRect">
            <a:avLst>
              <a:gd name="adj" fmla="val 21843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48164" y="4099322"/>
            <a:ext cx="2459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112966" y="885527"/>
            <a:ext cx="2853333" cy="3464421"/>
          </a:xfrm>
          <a:prstGeom prst="roundRect">
            <a:avLst>
              <a:gd name="adj" fmla="val 267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112966" y="904577"/>
            <a:ext cx="2853333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537" y="885527"/>
            <a:ext cx="0" cy="3464421"/>
          </a:xfrm>
          <a:prstGeom prst="line">
            <a:avLst/>
          </a:prstGeom>
          <a:noFill/>
          <a:ln w="9525">
            <a:solidFill>
              <a:srgbClr val="1A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12966" y="4345186"/>
            <a:ext cx="2853333" cy="0"/>
          </a:xfrm>
          <a:prstGeom prst="line">
            <a:avLst/>
          </a:prstGeom>
          <a:noFill/>
          <a:ln w="9525">
            <a:solidFill>
              <a:srgbClr val="1A2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17729" y="885527"/>
            <a:ext cx="0" cy="3464421"/>
          </a:xfrm>
          <a:prstGeom prst="line">
            <a:avLst/>
          </a:prstGeom>
          <a:noFill/>
          <a:ln w="9525">
            <a:solidFill>
              <a:srgbClr val="1A2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49442" y="1050578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🌉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34745" y="1072753"/>
            <a:ext cx="81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 — 오늘 오전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49442" y="1317129"/>
            <a:ext cx="2631990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</a:t>
            </a:r>
            <a:endParaRPr lang="en-US" sz="900" dirty="0"/>
          </a:p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방향 설계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49442" y="1688902"/>
            <a:ext cx="2631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49442" y="1885652"/>
            <a:ext cx="2580382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49442" y="1961704"/>
            <a:ext cx="2580382" cy="669727"/>
          </a:xfrm>
          <a:prstGeom prst="roundRect">
            <a:avLst>
              <a:gd name="adj" fmla="val 5689"/>
            </a:avLst>
          </a:prstGeom>
          <a:solidFill>
            <a:srgbClr val="221C10"/>
          </a:solidFill>
          <a:ln w="9525">
            <a:solidFill>
              <a:srgbClr val="3A2E1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347817" y="2021979"/>
            <a:ext cx="24313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지표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47817" y="2171105"/>
            <a:ext cx="24313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Silhouette 0.2085 → 0.25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피처: dribbles_completed_pct / pressures_att_3rd / shots_on_target_pct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49442" y="2694831"/>
            <a:ext cx="26319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산출물: reports/s3_fw_improvement_plan.md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49442" y="4089797"/>
            <a:ext cx="90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2026-05-20 오전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442871" y="4064496"/>
            <a:ext cx="386953" cy="174427"/>
          </a:xfrm>
          <a:prstGeom prst="roundRect">
            <a:avLst>
              <a:gd name="adj" fmla="val 21843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515796" y="4099322"/>
            <a:ext cx="2459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77701" y="4438799"/>
            <a:ext cx="8788598" cy="577751"/>
          </a:xfrm>
          <a:prstGeom prst="roundRect">
            <a:avLst>
              <a:gd name="adj" fmla="val 8793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00373" y="452452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1234" y="4664125"/>
            <a:ext cx="359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33396" y="4816525"/>
            <a:ext cx="635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실전 검증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892945" y="4656237"/>
            <a:ext cx="129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13348" y="452452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084210" y="4664125"/>
            <a:ext cx="359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944093" y="4816525"/>
            <a:ext cx="6401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설계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508302" y="4656237"/>
            <a:ext cx="129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827514" y="452452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698376" y="4664125"/>
            <a:ext cx="359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559321" y="4816525"/>
            <a:ext cx="638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로컬 학습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121575" y="4656237"/>
            <a:ext cx="129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440787" y="452452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8234531" y="4664125"/>
            <a:ext cx="514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09:00 전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8172594" y="4816525"/>
            <a:ext cx="638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push + 확인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52400"/>
            <a:ext cx="89643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 —  4.70/5.0  |  오늘 달성 시 4.92, 5.0 로드맵 6단계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77701" y="501551"/>
            <a:ext cx="3048000" cy="2069455"/>
          </a:xfrm>
          <a:prstGeom prst="roundRect">
            <a:avLst>
              <a:gd name="adj" fmla="val 3682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4927" y="663476"/>
            <a:ext cx="100843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29792" y="930176"/>
            <a:ext cx="3527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18482" y="977801"/>
            <a:ext cx="428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⇧ +0.15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4927" y="1272927"/>
            <a:ext cx="2673548" cy="126950"/>
          </a:xfrm>
          <a:prstGeom prst="roundRect">
            <a:avLst>
              <a:gd name="adj" fmla="val 5002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927" y="1272927"/>
            <a:ext cx="2513112" cy="126950"/>
          </a:xfrm>
          <a:prstGeom prst="roundRect">
            <a:avLst>
              <a:gd name="adj" fmla="val 5002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4927" y="1501378"/>
            <a:ext cx="2727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4.55 → 4.70 (94% 달성)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4927" y="1761530"/>
            <a:ext cx="2727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어제(05-19) 달성 기여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4927" y="1945630"/>
            <a:ext cx="116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생성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81598" y="1955155"/>
            <a:ext cx="26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4927" y="2134493"/>
            <a:ext cx="12259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evaluate_precision_recall.py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81598" y="2129730"/>
            <a:ext cx="26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4927" y="2299543"/>
            <a:ext cx="11611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local_training_checklist.md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81598" y="2294781"/>
            <a:ext cx="26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51" y="501551"/>
            <a:ext cx="5613648" cy="2069455"/>
          </a:xfrm>
          <a:prstGeom prst="roundRect">
            <a:avLst>
              <a:gd name="adj" fmla="val 3682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4576" y="638026"/>
            <a:ext cx="53955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점수 시뮬레이션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90776" y="1155353"/>
            <a:ext cx="3503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(오늘 기준)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72569" y="1169640"/>
            <a:ext cx="582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85051" y="1169640"/>
            <a:ext cx="8431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90776" y="1386929"/>
            <a:ext cx="3503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D-Day 성공 (오늘 오전)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2569" y="1401217"/>
            <a:ext cx="582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885051" y="1401217"/>
            <a:ext cx="8431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4.77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590776" y="1618506"/>
            <a:ext cx="3503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계획 파일 생성 (오늘 오전)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72569" y="1632793"/>
            <a:ext cx="582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885051" y="1632793"/>
            <a:ext cx="8431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4.79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90776" y="1850082"/>
            <a:ext cx="3503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R² ≥ 0.62 달성 (오늘 저녁)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172569" y="1864370"/>
            <a:ext cx="582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85051" y="1864370"/>
            <a:ext cx="8431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90776" y="2081659"/>
            <a:ext cx="3503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달성 (오늘 저녁)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172569" y="2095946"/>
            <a:ext cx="582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85051" y="2095946"/>
            <a:ext cx="8431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77701" y="2672507"/>
            <a:ext cx="89643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(6단계)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0084" y="3012132"/>
            <a:ext cx="1464766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95784" y="28978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83593" y="295974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05011" y="316453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5129" y="3316932"/>
            <a:ext cx="42991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D-Day 성공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22150" y="3569643"/>
            <a:ext cx="3758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 오전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374850" y="3012132"/>
            <a:ext cx="1464766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260550" y="28978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348359" y="295974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269778" y="316453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4.79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94962" y="3316932"/>
            <a:ext cx="35977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파일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2186916" y="3569643"/>
            <a:ext cx="3758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 오전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839617" y="3012132"/>
            <a:ext cx="1464766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25317" y="28978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813125" y="295974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34544" y="316453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722880" y="3316932"/>
            <a:ext cx="233324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0.62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651683" y="3569643"/>
            <a:ext cx="3758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 저녁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304383" y="3012132"/>
            <a:ext cx="1464766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190083" y="28978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77892" y="295974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199311" y="316453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73377" y="3316932"/>
            <a:ext cx="26186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116449" y="3569643"/>
            <a:ext cx="3758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 저녁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769150" y="3012132"/>
            <a:ext cx="1464766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654850" y="28978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742658" y="295974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664077" y="316453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4.96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82430" y="3316932"/>
            <a:ext cx="37344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Sil. ≥ 0.25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69718" y="3569643"/>
            <a:ext cx="1988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8119616" y="289783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2E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207425" y="295974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128843" y="3164532"/>
            <a:ext cx="214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054027" y="3316932"/>
            <a:ext cx="35977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</a:t>
            </a:r>
            <a:endParaRPr lang="en-US" sz="650" dirty="0"/>
          </a:p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성공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156192" y="3569643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177701" y="4716512"/>
            <a:ext cx="8788598" cy="300038"/>
          </a:xfrm>
          <a:prstGeom prst="roundRect">
            <a:avLst>
              <a:gd name="adj" fmla="val 1693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201513" y="4716512"/>
            <a:ext cx="0" cy="300038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2276" y="4792712"/>
            <a:ext cx="8656814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750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리허설 D-Day입니다. P7 R² 0.586은 오늘 발표의 약점입니다. 오늘 저녁 로컬 PC를 반드시 켜십시오. 9일째입니다. 내일 아침 P7 ≥ 0.62, P1 ≥ 57% 두 숫자를 보여주십시오."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50" cy="51435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52400"/>
            <a:ext cx="89643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 —  16페이지 운영 중, 리허설 5단계 즉시 활용 가능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77701" y="501551"/>
            <a:ext cx="2861816" cy="698450"/>
          </a:xfrm>
          <a:prstGeom prst="roundRect">
            <a:avLst>
              <a:gd name="adj" fmla="val 90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77701" y="511076"/>
            <a:ext cx="2861816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34754" y="501551"/>
            <a:ext cx="0" cy="69845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701" y="1195239"/>
            <a:ext cx="2861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463" y="501551"/>
            <a:ext cx="0" cy="69845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288" y="609451"/>
            <a:ext cx="264064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8288" y="977801"/>
            <a:ext cx="26406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141018" y="501551"/>
            <a:ext cx="2861965" cy="698450"/>
          </a:xfrm>
          <a:prstGeom prst="roundRect">
            <a:avLst>
              <a:gd name="adj" fmla="val 90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1018" y="511076"/>
            <a:ext cx="2861965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8220" y="501551"/>
            <a:ext cx="0" cy="69845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1018" y="1195239"/>
            <a:ext cx="286196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780" y="501551"/>
            <a:ext cx="0" cy="69845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1603" y="609451"/>
            <a:ext cx="2640794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51603" y="977801"/>
            <a:ext cx="26407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(S1, P4, P6, S2, P8, P3, P2, S3, S6)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04483" y="501551"/>
            <a:ext cx="2861816" cy="698450"/>
          </a:xfrm>
          <a:prstGeom prst="roundRect">
            <a:avLst>
              <a:gd name="adj" fmla="val 909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04483" y="511076"/>
            <a:ext cx="2861816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537" y="501551"/>
            <a:ext cx="0" cy="69845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4483" y="1195239"/>
            <a:ext cx="2861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9246" y="501551"/>
            <a:ext cx="0" cy="69845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5070" y="609451"/>
            <a:ext cx="2640643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5070" y="977801"/>
            <a:ext cx="26406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업데이트 예정 (P1, P7)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77701" y="1301502"/>
            <a:ext cx="5740747" cy="2975372"/>
          </a:xfrm>
          <a:prstGeom prst="roundRect">
            <a:avLst>
              <a:gd name="adj" fmla="val 2134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4176" y="1412528"/>
            <a:ext cx="55771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핵심 흐름 (오늘 사용)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4176" y="1941016"/>
            <a:ext cx="5467796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176" y="167744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9186" y="172655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6177" y="1660029"/>
            <a:ext cx="4181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6177" y="1802904"/>
            <a:ext cx="41816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/ MAE 4.66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74900" y="1717179"/>
            <a:ext cx="1007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후보 전체 랭킹 확인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4176" y="2315617"/>
            <a:ext cx="5467796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176" y="205204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9186" y="2101155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6177" y="2034629"/>
            <a:ext cx="4503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6177" y="2177504"/>
            <a:ext cx="4503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 / MAE £3.23M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97182" y="2091779"/>
            <a:ext cx="6847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저평가 선수 탐색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4176" y="2690217"/>
            <a:ext cx="5467796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4176" y="242664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89186" y="247575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06177" y="2409230"/>
            <a:ext cx="4181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6177" y="2552105"/>
            <a:ext cx="41816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/ F1 88.23% / Acc 80.65%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74900" y="2466380"/>
            <a:ext cx="1007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후 적응 리스크 평가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14176" y="3064818"/>
            <a:ext cx="5467796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176" y="280124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89186" y="2850356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06177" y="2783830"/>
            <a:ext cx="480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6177" y="2926705"/>
            <a:ext cx="4800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/ MAE £3.28M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394263" y="2840980"/>
            <a:ext cx="3877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검증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14176" y="3439418"/>
            <a:ext cx="5467796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176" y="317584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D2818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89186" y="3224957"/>
            <a:ext cx="54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06177" y="3158430"/>
            <a:ext cx="45038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6177" y="3301305"/>
            <a:ext cx="4503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/ F1 61.74% / Acc 75%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097182" y="3215580"/>
            <a:ext cx="6847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컨디션 추세 확인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14176" y="3533031"/>
            <a:ext cx="2702123" cy="361801"/>
          </a:xfrm>
          <a:prstGeom prst="roundRect">
            <a:avLst>
              <a:gd name="adj" fmla="val 14041"/>
            </a:avLst>
          </a:prstGeom>
          <a:solidFill>
            <a:srgbClr val="221C10"/>
          </a:solidFill>
          <a:ln w="9525">
            <a:solidFill>
              <a:srgbClr val="3A2E1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00401" y="3593306"/>
            <a:ext cx="2529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00401" y="3739307"/>
            <a:ext cx="252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/ Acc 100%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079700" y="3533031"/>
            <a:ext cx="2702272" cy="361801"/>
          </a:xfrm>
          <a:prstGeom prst="roundRect">
            <a:avLst>
              <a:gd name="adj" fmla="val 14041"/>
            </a:avLst>
          </a:prstGeom>
          <a:solidFill>
            <a:srgbClr val="221C10"/>
          </a:solidFill>
          <a:ln w="9525">
            <a:solidFill>
              <a:srgbClr val="3A2E1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165924" y="3593306"/>
            <a:ext cx="2529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165924" y="3739307"/>
            <a:ext cx="25298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 / NDCG@10 0.9993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45398" y="1301502"/>
            <a:ext cx="2920901" cy="895201"/>
          </a:xfrm>
          <a:prstGeom prst="roundRect">
            <a:avLst>
              <a:gd name="adj" fmla="val 7093"/>
            </a:avLst>
          </a:prstGeom>
          <a:solidFill>
            <a:srgbClr val="0F346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207323" y="1437977"/>
            <a:ext cx="2648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URL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07323" y="1622078"/>
            <a:ext cx="26489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epl-scouting-report-dashboard-project-ffyb8msh6uafxyyg8txsm8.streamlit.app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207323" y="1964978"/>
            <a:ext cx="26489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GitHub: robinho0329/EPL-scouting-report-dashboard-project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045398" y="2298204"/>
            <a:ext cx="2920901" cy="856952"/>
          </a:xfrm>
          <a:prstGeom prst="roundRect">
            <a:avLst>
              <a:gd name="adj" fmla="val 7410"/>
            </a:avLst>
          </a:prstGeom>
          <a:solidFill>
            <a:srgbClr val="1A1A2E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16725" y="2593330"/>
            <a:ext cx="116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▭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6892826" y="2454473"/>
            <a:ext cx="2001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코드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892826" y="2625923"/>
            <a:ext cx="200169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현장에서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스캔 접속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라이브 데모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77701" y="4378375"/>
            <a:ext cx="8788598" cy="638175"/>
          </a:xfrm>
          <a:prstGeom prst="roundRect">
            <a:avLst>
              <a:gd name="adj" fmla="val 7960"/>
            </a:avLst>
          </a:prstGeom>
          <a:solidFill>
            <a:srgbClr val="1A1A2E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4572000" y="4464100"/>
            <a:ext cx="0" cy="466725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1127" y="4464100"/>
            <a:ext cx="4105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 (수) D-Day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41127" y="4635550"/>
            <a:ext cx="4105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D-Day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41127" y="4807000"/>
            <a:ext cx="41051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기반 5단계 실전 검증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678263" y="4464100"/>
            <a:ext cx="4105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(목) 리허설 2일차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678263" y="4635550"/>
            <a:ext cx="4105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업데이트 수치 반영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678263" y="4807000"/>
            <a:ext cx="41051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 향상 + S3 FW Silhouette 개선 확인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2026-05-20T00:26:53Z</dcterms:created>
  <dcterms:modified xsi:type="dcterms:W3CDTF">2026-05-20T00:26:53Z</dcterms:modified>
</cp:coreProperties>
</file>