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57243" y="85725"/>
            <a:ext cx="4829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수요일 — 4.0 이하 경고 집행  |  P7·P1 16일 연속 미달  |  오늘 22시 최후 마감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0" y="342900"/>
            <a:ext cx="38100" cy="4357688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6700" y="1528316"/>
            <a:ext cx="2122587" cy="238125"/>
          </a:xfrm>
          <a:prstGeom prst="roundRect">
            <a:avLst>
              <a:gd name="adj" fmla="val 80000"/>
            </a:avLst>
          </a:prstGeom>
          <a:noFill/>
          <a:ln w="9525">
            <a:solidFill>
              <a:srgbClr val="3D1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1585466"/>
            <a:ext cx="18347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66700" y="1937891"/>
            <a:ext cx="64510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25"/>
              </a:lnSpc>
              <a:spcAft>
                <a:spcPts val="1050"/>
              </a:spcAft>
              <a:buNone/>
            </a:pPr>
            <a:r>
              <a:rPr lang="en-US" sz="37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인텔리전스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266700" y="2595116"/>
            <a:ext cx="6451092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Aft>
                <a:spcPts val="1950"/>
              </a:spcAft>
              <a:buNone/>
            </a:pPr>
            <a:r>
              <a:rPr lang="en-US" sz="14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2026-05-27 (수) 데일리 브리핑 — 36번째 정기 미팅  |  09:00 KST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66700" y="3096071"/>
            <a:ext cx="533400" cy="28575"/>
          </a:xfrm>
          <a:prstGeom prst="roundRect">
            <a:avLst>
              <a:gd name="adj" fmla="val 6666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6700" y="3315146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 ·  Marcus Webb (Analytics Agent)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00900" y="1291084"/>
            <a:ext cx="1409700" cy="1409700"/>
          </a:xfrm>
          <a:prstGeom prst="roundRect">
            <a:avLst>
              <a:gd name="adj" fmla="val 64865"/>
            </a:avLst>
          </a:prstGeom>
          <a:solidFill>
            <a:srgbClr val="161B22"/>
          </a:solidFill>
          <a:ln w="1333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88137" y="1738759"/>
            <a:ext cx="8350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3.95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763816" y="2110234"/>
            <a:ext cx="283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604875" y="2815084"/>
            <a:ext cx="601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62862" y="3081784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4.05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048500" y="3338959"/>
            <a:ext cx="1714500" cy="413296"/>
          </a:xfrm>
          <a:prstGeom prst="roundRect">
            <a:avLst>
              <a:gd name="adj" fmla="val 18437"/>
            </a:avLst>
          </a:prstGeom>
          <a:solidFill>
            <a:srgbClr val="FF6B6B">
              <a:alpha val="15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57657" y="3405634"/>
            <a:ext cx="1496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 이하 경고 집행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157657" y="3552230"/>
            <a:ext cx="1496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16일 연속 미달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0" y="4700588"/>
            <a:ext cx="9144000" cy="442913"/>
          </a:xfrm>
          <a:prstGeom prst="rect">
            <a:avLst/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4833938"/>
            <a:ext cx="83941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재설계 논의 개시. 오늘 저녁 22시가 마지노선.  — 김태현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90500"/>
            <a:ext cx="526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ML 모델 성과 현황 — 목표 대비 상태 (2026-05-27)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470553" y="257175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08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00050" y="900113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895350" y="890588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791420" y="909638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Acc / F1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6718" y="900113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 / F1 40.65%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080504" y="900113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≥ 57%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937302" y="866775"/>
            <a:ext cx="755898" cy="190500"/>
          </a:xfrm>
          <a:prstGeom prst="roundRect">
            <a:avLst>
              <a:gd name="adj" fmla="val 20000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7467" y="895350"/>
            <a:ext cx="615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16일 연속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0050" y="11525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895350" y="1143000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791420" y="1162050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 / MAE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46718" y="1143000"/>
            <a:ext cx="176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0.8877 / MAE 0.96골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080504" y="1152525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878128" y="1143000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대폭 초과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00050" y="13811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95350" y="1371600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791420" y="1390650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AUC / F1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46718" y="1381125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/ F1 92.31%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080504" y="1381125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≥ 0.80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878128" y="1371600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최우수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00050" y="1662113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895350" y="1652588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791420" y="1671638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Spearman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46718" y="1662113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0.9987 / NDCG 0.9993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080504" y="1600200"/>
            <a:ext cx="6217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≥ 0.90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878128" y="1652588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최우수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00050" y="1943100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895350" y="1933575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791420" y="1952625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K=3 Silhouette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46718" y="1943100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0.2851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7080504" y="1943100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0.25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878128" y="1933575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적정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00050" y="2171700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895350" y="2162175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791420" y="2181225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 / MAE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46718" y="2171700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 / MAE £3.28M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080504" y="2171700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0.70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878128" y="2162175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우수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00050" y="2424113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95350" y="2414588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2791420" y="2433638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LGBM stacking test R²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46718" y="2424113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 / val 0.6302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7080504" y="2424113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7937302" y="2390775"/>
            <a:ext cx="755898" cy="190500"/>
          </a:xfrm>
          <a:prstGeom prst="roundRect">
            <a:avLst>
              <a:gd name="adj" fmla="val 20000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007467" y="2419350"/>
            <a:ext cx="615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16일 연속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00050" y="26765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895350" y="2667000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2791420" y="2686050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AUC / F1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146718" y="2676525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 / F1 88.23%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7080504" y="2676525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≥ 0.65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7878128" y="2667000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우수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400050" y="29051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895350" y="2895600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2791420" y="2914650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R² / MAE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146718" y="2905125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 / MAE 4.66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7080504" y="2905125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0.80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7878128" y="2895600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최우수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400050" y="3133725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895350" y="3124200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2791420" y="3143250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(FW/MID/DEF)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146718" y="3133725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0.8915 / 0.876 / 0.8605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7080504" y="3133725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0.80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7878128" y="3124200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우수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400050" y="3452813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895350" y="3443288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2791420" y="3462338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 (FW/MID/DEF/GK)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146718" y="3452813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0.2085/0.2299/0.3637/0.4873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080504" y="3452813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≥ 0.25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7886700" y="3352800"/>
            <a:ext cx="857250" cy="323850"/>
          </a:xfrm>
          <a:prstGeom prst="roundRect">
            <a:avLst>
              <a:gd name="adj" fmla="val 11765"/>
            </a:avLst>
          </a:prstGeom>
          <a:solidFill>
            <a:srgbClr val="FFD43B">
              <a:alpha val="2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955852" y="3381375"/>
            <a:ext cx="7189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FW 8일 미달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00050" y="3771900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895350" y="3762375"/>
            <a:ext cx="1739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2791420" y="3781425"/>
            <a:ext cx="2225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AUC / F1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146718" y="3771900"/>
            <a:ext cx="176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 / F1 61.74%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7080504" y="3771900"/>
            <a:ext cx="621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≥ 0.80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7878128" y="3762375"/>
            <a:ext cx="874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양호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304800" y="4210050"/>
            <a:ext cx="2768501" cy="571500"/>
          </a:xfrm>
          <a:prstGeom prst="roundRect">
            <a:avLst>
              <a:gd name="adj" fmla="val 13333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22847" y="4295775"/>
            <a:ext cx="2532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422847" y="4552950"/>
            <a:ext cx="25324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3187601" y="4210050"/>
            <a:ext cx="2768650" cy="571500"/>
          </a:xfrm>
          <a:prstGeom prst="roundRect">
            <a:avLst>
              <a:gd name="adj" fmla="val 13333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305647" y="4295775"/>
            <a:ext cx="2532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P1+P7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3305647" y="4552950"/>
            <a:ext cx="25325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16일 연속 미달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6070550" y="4210050"/>
            <a:ext cx="2768650" cy="571500"/>
          </a:xfrm>
          <a:prstGeom prst="roundRect">
            <a:avLst>
              <a:gd name="adj" fmla="val 13333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188596" y="4295775"/>
            <a:ext cx="2532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4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6188596" y="4552950"/>
            <a:ext cx="25325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달성 (0%)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9550"/>
            <a:ext cx="66760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R²=0.5752 &amp; P1 Acc=54.79% — 16일 연속 미달 원인 및 오늘 해결책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470553" y="271463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04800" y="609600"/>
            <a:ext cx="4573935" cy="3638550"/>
          </a:xfrm>
          <a:prstGeom prst="roundRect">
            <a:avLst>
              <a:gd name="adj" fmla="val 261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790575"/>
            <a:ext cx="321171" cy="180975"/>
          </a:xfrm>
          <a:prstGeom prst="roundRect">
            <a:avLst>
              <a:gd name="adj" fmla="val 2631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819150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83146" y="795338"/>
            <a:ext cx="2353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 — stacking test R²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19873" y="809625"/>
            <a:ext cx="487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5775" y="1085850"/>
            <a:ext cx="4296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버전별 R² 진행 (목표선 0.62)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1309688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28675" y="1295400"/>
            <a:ext cx="3411885" cy="133350"/>
          </a:xfrm>
          <a:prstGeom prst="roundRect">
            <a:avLst>
              <a:gd name="adj" fmla="val 21429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8675" y="1295400"/>
            <a:ext cx="955328" cy="133350"/>
          </a:xfrm>
          <a:prstGeom prst="roundRect">
            <a:avLst>
              <a:gd name="adj" fmla="val 2142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09140" y="1309688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0.1735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1490663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8675" y="1476375"/>
            <a:ext cx="3411885" cy="133350"/>
          </a:xfrm>
          <a:prstGeom prst="roundRect">
            <a:avLst>
              <a:gd name="adj" fmla="val 21429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8675" y="1476375"/>
            <a:ext cx="2968228" cy="133350"/>
          </a:xfrm>
          <a:prstGeom prst="roundRect">
            <a:avLst>
              <a:gd name="adj" fmla="val 21429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09140" y="1490663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0.5400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5775" y="1671638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8675" y="1657350"/>
            <a:ext cx="3411885" cy="133350"/>
          </a:xfrm>
          <a:prstGeom prst="roundRect">
            <a:avLst>
              <a:gd name="adj" fmla="val 21429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8675" y="1657350"/>
            <a:ext cx="3343573" cy="133350"/>
          </a:xfrm>
          <a:prstGeom prst="roundRect">
            <a:avLst>
              <a:gd name="adj" fmla="val 2142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09140" y="1671638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0.6089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5775" y="1852612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8675" y="1838325"/>
            <a:ext cx="3411885" cy="133350"/>
          </a:xfrm>
          <a:prstGeom prst="roundRect">
            <a:avLst>
              <a:gd name="adj" fmla="val 21429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8675" y="1838325"/>
            <a:ext cx="3002459" cy="133350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09140" y="1852612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0.5477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5775" y="2033588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8675" y="2019300"/>
            <a:ext cx="3411885" cy="133350"/>
          </a:xfrm>
          <a:prstGeom prst="roundRect">
            <a:avLst>
              <a:gd name="adj" fmla="val 21429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8675" y="2019300"/>
            <a:ext cx="3173016" cy="133350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09140" y="2033588"/>
            <a:ext cx="388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5775" y="2295525"/>
            <a:ext cx="190500" cy="190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3425" y="2238375"/>
            <a:ext cx="538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목표선 0.62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318766" y="2295525"/>
            <a:ext cx="3378994" cy="19050"/>
          </a:xfrm>
          <a:prstGeom prst="roundRect">
            <a:avLst>
              <a:gd name="adj" fmla="val 50000"/>
            </a:avLst>
          </a:prstGeom>
          <a:solidFill>
            <a:srgbClr val="FFD43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5775" y="3400425"/>
            <a:ext cx="4211985" cy="666750"/>
          </a:xfrm>
          <a:prstGeom prst="roundRect">
            <a:avLst>
              <a:gd name="adj" fmla="val 8571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0550" y="3486150"/>
            <a:ext cx="4082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블로킹 원인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90550" y="3657600"/>
            <a:ext cx="4082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절대경로 /home/user/... → GitHub Actions 환경 불일치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0550" y="3848100"/>
            <a:ext cx="4082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해결책: 경로 → $GITHUB_WORKSPACE + Optuna trials 35→20 (30분 작업)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31135" y="609600"/>
            <a:ext cx="3808065" cy="3638550"/>
          </a:xfrm>
          <a:prstGeom prst="roundRect">
            <a:avLst>
              <a:gd name="adj" fmla="val 261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12110" y="790575"/>
            <a:ext cx="321171" cy="180975"/>
          </a:xfrm>
          <a:prstGeom prst="roundRect">
            <a:avLst>
              <a:gd name="adj" fmla="val 2631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97835" y="819150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609481" y="795338"/>
            <a:ext cx="9108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142387" y="809625"/>
            <a:ext cx="526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212110" y="1085850"/>
            <a:ext cx="3446115" cy="1028700"/>
          </a:xfrm>
          <a:prstGeom prst="roundRect">
            <a:avLst>
              <a:gd name="adj" fmla="val 5556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316885" y="1190625"/>
            <a:ext cx="3301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D(무승부) 클래스 recall ≈ 0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5316885" y="1390650"/>
            <a:ext cx="3301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matrix: D행 [68, 0, 102] → 무승부 예측 사실상 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16885" y="15811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38D9A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59938" y="16287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897910" y="15811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40963" y="16287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78935" y="15811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38D9A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21988" y="16287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316885" y="18097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59938" y="18573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897910" y="18097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FF6B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40963" y="18573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78935" y="1809750"/>
            <a:ext cx="552450" cy="200025"/>
          </a:xfrm>
          <a:prstGeom prst="roundRect">
            <a:avLst>
              <a:gd name="adj" fmla="val 14286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1988" y="1857375"/>
            <a:ext cx="466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12110" y="2228850"/>
            <a:ext cx="3515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212110" y="2409825"/>
            <a:ext cx="34461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불균형: 무승부 1968 vs H 3633</a:t>
            </a:r>
            <a:endParaRPr lang="en-US" sz="750" dirty="0"/>
          </a:p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H2H 무승부 비율 피처 부재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212110" y="3581400"/>
            <a:ext cx="3446115" cy="485775"/>
          </a:xfrm>
          <a:prstGeom prst="roundRect">
            <a:avLst>
              <a:gd name="adj" fmla="val 11765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316885" y="3667125"/>
            <a:ext cx="3301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316885" y="3838575"/>
            <a:ext cx="3301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class_weight={0:1, 1:2.5, 2:1} + H2H 무승부 비율 피처 추가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04800" y="4381500"/>
            <a:ext cx="8534400" cy="60960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66725" y="45529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D195B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6886" y="4633913"/>
            <a:ext cx="677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09625" y="4552950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10~12시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9625" y="4686300"/>
            <a:ext cx="1391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경로 수정 + Actions 테스트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510582" y="4676775"/>
            <a:ext cx="30480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815382" y="45529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D195B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915543" y="4633913"/>
            <a:ext cx="677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158282" y="4552950"/>
            <a:ext cx="997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오후~저녁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158282" y="4686300"/>
            <a:ext cx="997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P7+P1 병행 실행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859238" y="4676775"/>
            <a:ext cx="30480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164038" y="45529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264200" y="4633913"/>
            <a:ext cx="677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506938" y="4567238"/>
            <a:ext cx="1314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마지노선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506938" y="4700588"/>
            <a:ext cx="13146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results_summary.json push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360295" y="4486275"/>
            <a:ext cx="1316980" cy="400050"/>
          </a:xfrm>
          <a:prstGeom prst="roundRect">
            <a:avLst>
              <a:gd name="adj" fmla="val 14286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473427" y="4552950"/>
            <a:ext cx="1090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블로킹 없음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473427" y="4686300"/>
            <a:ext cx="1090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작업으로 해결 가능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9550"/>
            <a:ext cx="4268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P6+S1+P8 체인 — 30M 이하 딜 즉시 적용 가능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470553" y="271463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04800" y="609600"/>
            <a:ext cx="2489150" cy="1143000"/>
          </a:xfrm>
          <a:prstGeom prst="roundRect">
            <a:avLst>
              <a:gd name="adj" fmla="val 8333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752475"/>
            <a:ext cx="300782" cy="180975"/>
          </a:xfrm>
          <a:prstGeom prst="roundRect">
            <a:avLst>
              <a:gd name="adj" fmla="val 21053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781050"/>
            <a:ext cx="151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923752" y="776288"/>
            <a:ext cx="741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47675" y="1009650"/>
            <a:ext cx="2247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47675" y="1295400"/>
            <a:ext cx="22474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 4.66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47675" y="1476375"/>
            <a:ext cx="2247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12,283명 WAR 평가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72842" y="1062038"/>
            <a:ext cx="179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27350" y="609600"/>
            <a:ext cx="2489299" cy="1143000"/>
          </a:xfrm>
          <a:prstGeom prst="roundRect">
            <a:avLst>
              <a:gd name="adj" fmla="val 8333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0225" y="752475"/>
            <a:ext cx="302121" cy="180975"/>
          </a:xfrm>
          <a:prstGeom prst="roundRect">
            <a:avLst>
              <a:gd name="adj" fmla="val 21053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6425" y="781050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071914" y="776288"/>
            <a:ext cx="6138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0225" y="1009650"/>
            <a:ext cx="2247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470225" y="1295400"/>
            <a:ext cx="2247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 £3.28M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70225" y="1476375"/>
            <a:ext cx="2247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112명 탐지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95541" y="1062038"/>
            <a:ext cx="179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50050" y="609600"/>
            <a:ext cx="2489150" cy="1143000"/>
          </a:xfrm>
          <a:prstGeom prst="roundRect">
            <a:avLst>
              <a:gd name="adj" fmla="val 8333"/>
            </a:avLst>
          </a:prstGeom>
          <a:solidFill>
            <a:srgbClr val="FFD43B">
              <a:alpha val="8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92925" y="752475"/>
            <a:ext cx="302121" cy="180975"/>
          </a:xfrm>
          <a:prstGeom prst="roundRect">
            <a:avLst>
              <a:gd name="adj" fmla="val 21053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69125" y="781050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8064252" y="776288"/>
            <a:ext cx="644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92925" y="1009650"/>
            <a:ext cx="2247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492925" y="1295400"/>
            <a:ext cx="22474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88.23%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492925" y="1476375"/>
            <a:ext cx="2247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적응률 74.98%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800" y="1905000"/>
            <a:ext cx="4200525" cy="731341"/>
          </a:xfrm>
          <a:prstGeom prst="roundRect">
            <a:avLst>
              <a:gd name="adj" fmla="val 1041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7675" y="2180183"/>
            <a:ext cx="300782" cy="180975"/>
          </a:xfrm>
          <a:prstGeom prst="roundRect">
            <a:avLst>
              <a:gd name="adj" fmla="val 21053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875" y="2208758"/>
            <a:ext cx="151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862757" y="2028825"/>
            <a:ext cx="35696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"현재 실력 수준"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2757" y="2219325"/>
            <a:ext cx="356968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 기반 12,283명 종합 레이팅. 실력 대비 저평가 선수 필터링의 기준점.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04800" y="2731591"/>
            <a:ext cx="4200525" cy="731341"/>
          </a:xfrm>
          <a:prstGeom prst="roundRect">
            <a:avLst>
              <a:gd name="adj" fmla="val 1041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7675" y="3006775"/>
            <a:ext cx="302121" cy="180975"/>
          </a:xfrm>
          <a:prstGeom prst="roundRect">
            <a:avLst>
              <a:gd name="adj" fmla="val 21053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3875" y="3035350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864096" y="2855416"/>
            <a:ext cx="3568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"저평가 탐지"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4096" y="3045916"/>
            <a:ext cx="356832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실력(S1) 대비 시장가치 갭 분석. 저평가 112명 중 30M 이하 우선 타겟 추출.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304800" y="3558183"/>
            <a:ext cx="4200525" cy="731341"/>
          </a:xfrm>
          <a:prstGeom prst="roundRect">
            <a:avLst>
              <a:gd name="adj" fmla="val 1041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7675" y="3833366"/>
            <a:ext cx="302121" cy="180975"/>
          </a:xfrm>
          <a:prstGeom prst="roundRect">
            <a:avLst>
              <a:gd name="adj" fmla="val 21053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3875" y="3861941"/>
            <a:ext cx="1527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864096" y="3682008"/>
            <a:ext cx="3568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"EPL 적응 확률"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4096" y="3872508"/>
            <a:ext cx="356832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age_x_style (importance 0.1342): 30세↑ + style_distance&gt;0.02 → 실패 위험 3배.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638675" y="1905000"/>
            <a:ext cx="4200525" cy="2038350"/>
          </a:xfrm>
          <a:prstGeom prst="roundRect">
            <a:avLst>
              <a:gd name="adj" fmla="val 4673"/>
            </a:avLst>
          </a:prstGeom>
          <a:solidFill>
            <a:srgbClr val="161B22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600" y="2066925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활용 시나리오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2276475"/>
            <a:ext cx="395420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50"/>
              </a:spcAft>
              <a:buNone/>
            </a:pPr>
            <a:r>
              <a:rPr lang="en-US" sz="975" i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선수, 실력 대비 저평가됐고 (P6 R² 0.8734), EPL 적응 확률 X% (P8)"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4800600" y="2767905"/>
            <a:ext cx="38766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30M 이하 딜 우선 적용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없이도 완결된 영입 논리 성립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도구가 아닌 위험 플래그 활용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4638675" y="4038600"/>
            <a:ext cx="4200525" cy="952500"/>
          </a:xfrm>
          <a:prstGeom prst="roundRect">
            <a:avLst>
              <a:gd name="adj" fmla="val 10000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81550" y="4162425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분기 조건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81550" y="4352925"/>
            <a:ext cx="39930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오늘 22시 push 실패 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81550" y="4524375"/>
            <a:ext cx="39930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내일 이 체인으로 공식 전환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81550" y="4733925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장기 과제 분류 &amp; P6+S1+P8 포트폴리오 메인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1432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5275"/>
            <a:ext cx="4271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2026-05-26 (화) 액션아이템 — 4개 중 0개 달성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7603331" y="209550"/>
            <a:ext cx="752921" cy="419100"/>
          </a:xfrm>
          <a:prstGeom prst="roundRect">
            <a:avLst>
              <a:gd name="adj" fmla="val 13636"/>
            </a:avLst>
          </a:prstGeom>
          <a:solidFill>
            <a:srgbClr val="FF6B6B">
              <a:alpha val="15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1535" y="266700"/>
            <a:ext cx="4765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41535" y="438150"/>
            <a:ext cx="476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0%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70553" y="357188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08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04800" y="781050"/>
            <a:ext cx="4200525" cy="1633538"/>
          </a:xfrm>
          <a:prstGeom prst="roundRect">
            <a:avLst>
              <a:gd name="adj" fmla="val 5831"/>
            </a:avLst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1009055"/>
            <a:ext cx="266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941" y="952500"/>
            <a:ext cx="1123658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13941" y="1132433"/>
            <a:ext cx="1123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 목표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627686" y="952500"/>
            <a:ext cx="706189" cy="219075"/>
          </a:xfrm>
          <a:prstGeom prst="roundRect">
            <a:avLst>
              <a:gd name="adj" fmla="val 86957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32461" y="990600"/>
            <a:ext cx="5065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16일 연속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6250" y="1785938"/>
            <a:ext cx="3857625" cy="457200"/>
          </a:xfrm>
          <a:prstGeom prst="roundRect">
            <a:avLst>
              <a:gd name="adj" fmla="val 12500"/>
            </a:avLst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1862138"/>
            <a:ext cx="3740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저녁 22시 최후 마감 미이행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1500" y="2033588"/>
            <a:ext cx="374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현재: 0.5752 (목표 0.62, 갭 −0.0448)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38675" y="781050"/>
            <a:ext cx="4200525" cy="1633538"/>
          </a:xfrm>
          <a:prstGeom prst="roundRect">
            <a:avLst>
              <a:gd name="adj" fmla="val 5831"/>
            </a:avLst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009055"/>
            <a:ext cx="266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147816" y="952500"/>
            <a:ext cx="987793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 학습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147816" y="1132433"/>
            <a:ext cx="9877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≥ 57% 목표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961561" y="952500"/>
            <a:ext cx="706189" cy="219075"/>
          </a:xfrm>
          <a:prstGeom prst="roundRect">
            <a:avLst>
              <a:gd name="adj" fmla="val 86957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66336" y="990600"/>
            <a:ext cx="5065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16일 연속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0125" y="1785938"/>
            <a:ext cx="3857625" cy="457200"/>
          </a:xfrm>
          <a:prstGeom prst="roundRect">
            <a:avLst>
              <a:gd name="adj" fmla="val 12500"/>
            </a:avLst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5375" y="1862138"/>
            <a:ext cx="3740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저녁 22시 최후 마감 미이행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05375" y="2033588"/>
            <a:ext cx="374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현재: 54.79% (목표 57%, D클래스 recall ≈ 0)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04800" y="2547938"/>
            <a:ext cx="4200525" cy="1633538"/>
          </a:xfrm>
          <a:prstGeom prst="roundRect">
            <a:avLst>
              <a:gd name="adj" fmla="val 5831"/>
            </a:avLst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250" y="2766417"/>
            <a:ext cx="266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13941" y="2719388"/>
            <a:ext cx="1634785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방향 파일 생성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813941" y="2899321"/>
            <a:ext cx="163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700611" y="2719388"/>
            <a:ext cx="633264" cy="219075"/>
          </a:xfrm>
          <a:prstGeom prst="roundRect">
            <a:avLst>
              <a:gd name="adj" fmla="val 86957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05386" y="2757488"/>
            <a:ext cx="432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6250" y="3552825"/>
            <a:ext cx="3857625" cy="457200"/>
          </a:xfrm>
          <a:prstGeom prst="roundRect">
            <a:avLst>
              <a:gd name="adj" fmla="val 12500"/>
            </a:avLst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1500" y="3629025"/>
            <a:ext cx="3740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reports/s3_fw_improvement_plan.md 없음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1500" y="3800475"/>
            <a:ext cx="374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Sil: 0.2085 (목표 0.25, 갭 −0.0415)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38675" y="2547938"/>
            <a:ext cx="4200525" cy="1633538"/>
          </a:xfrm>
          <a:prstGeom prst="roundRect">
            <a:avLst>
              <a:gd name="adj" fmla="val 5831"/>
            </a:avLst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10125" y="2775942"/>
            <a:ext cx="266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147816" y="2719388"/>
            <a:ext cx="1889665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demo_script v2.0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5147816" y="2899321"/>
            <a:ext cx="18896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발표 + Q&amp;A 3개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8034486" y="2719388"/>
            <a:ext cx="633264" cy="219075"/>
          </a:xfrm>
          <a:prstGeom prst="roundRect">
            <a:avLst>
              <a:gd name="adj" fmla="val 86957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139261" y="2757488"/>
            <a:ext cx="432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810125" y="3552825"/>
            <a:ext cx="3857625" cy="457200"/>
          </a:xfrm>
          <a:prstGeom prst="roundRect">
            <a:avLst>
              <a:gd name="adj" fmla="val 12500"/>
            </a:avLst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05375" y="3629025"/>
            <a:ext cx="3740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그대로 — 8일째 미완성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05375" y="3800475"/>
            <a:ext cx="374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흐름 미완성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04800" y="4314825"/>
            <a:ext cx="8534400" cy="676275"/>
          </a:xfrm>
          <a:prstGeom prst="roundRect">
            <a:avLst>
              <a:gd name="adj" fmla="val 1126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2964" y="4505325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2964" y="4676775"/>
            <a:ext cx="3836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919014" y="4643438"/>
            <a:ext cx="1177230" cy="190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172444" y="4500563"/>
            <a:ext cx="615851" cy="304800"/>
          </a:xfrm>
          <a:prstGeom prst="roundRect">
            <a:avLst>
              <a:gd name="adj" fmla="val 12500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244010" y="4538663"/>
            <a:ext cx="472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−0.08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44010" y="4643438"/>
            <a:ext cx="472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16일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864495" y="4643438"/>
            <a:ext cx="1177379" cy="190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114313" y="4505325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114313" y="4676775"/>
            <a:ext cx="3836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570363" y="4643438"/>
            <a:ext cx="1177230" cy="190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23793" y="4500563"/>
            <a:ext cx="621506" cy="304800"/>
          </a:xfrm>
          <a:prstGeom prst="roundRect">
            <a:avLst>
              <a:gd name="adj" fmla="val 12500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895302" y="4538663"/>
            <a:ext cx="478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895302" y="4643438"/>
            <a:ext cx="478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521500" y="4643438"/>
            <a:ext cx="1177230" cy="190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774930" y="4419600"/>
            <a:ext cx="902345" cy="466725"/>
          </a:xfrm>
          <a:prstGeom prst="roundRect">
            <a:avLst>
              <a:gd name="adj" fmla="val 16327"/>
            </a:avLst>
          </a:prstGeom>
          <a:solidFill>
            <a:srgbClr val="FF6B6B">
              <a:alpha val="15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892208" y="4486275"/>
            <a:ext cx="6677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3.95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892208" y="4695825"/>
            <a:ext cx="6677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수요일 집행 완료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171450"/>
            <a:ext cx="51214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2026-05-27 (수) 액션아이템 Top 3 — 오늘이 마지막 기회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08653" y="233362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66700" y="552450"/>
            <a:ext cx="2781300" cy="3895725"/>
          </a:xfrm>
          <a:prstGeom prst="roundRect">
            <a:avLst>
              <a:gd name="adj" fmla="val 3425"/>
            </a:avLst>
          </a:prstGeom>
          <a:solidFill>
            <a:srgbClr val="161B22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571500"/>
            <a:ext cx="2743200" cy="285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762000"/>
            <a:ext cx="640259" cy="200025"/>
          </a:xfrm>
          <a:prstGeom prst="roundRect">
            <a:avLst>
              <a:gd name="adj" fmla="val 1904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790575"/>
            <a:ext cx="4587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🥇 1순위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08461" y="752475"/>
            <a:ext cx="668089" cy="219075"/>
          </a:xfrm>
          <a:prstGeom prst="roundRect">
            <a:avLst>
              <a:gd name="adj" fmla="val 26087"/>
            </a:avLst>
          </a:prstGeom>
          <a:solidFill>
            <a:srgbClr val="E94560">
              <a:alpha val="20000"/>
            </a:srgbClr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94186" y="790575"/>
            <a:ext cx="5065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22시 최후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38150" y="1066800"/>
            <a:ext cx="248716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Actions 경로 수정 + 로컬 병행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50" y="1470422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16일 연속 미달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38150" y="1679972"/>
            <a:ext cx="2438400" cy="181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절대경로 → $GITHUB_WORKSPACE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trials 35 → 20 (30분 작업)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class_weight + H2H 피처 추가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38150" y="3590925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400" y="3667125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P7 R² ≥ 0.62  /  P1 Acc ≥ 57%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33400" y="3848100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→ +0.18   4.13점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3766" y="414337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81350" y="552450"/>
            <a:ext cx="2781300" cy="3895725"/>
          </a:xfrm>
          <a:prstGeom prst="roundRect">
            <a:avLst>
              <a:gd name="adj" fmla="val 34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00400" y="571500"/>
            <a:ext cx="2743200" cy="28575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2800" y="762000"/>
            <a:ext cx="640259" cy="200025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48050" y="790575"/>
            <a:ext cx="4587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🥈 2순위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23111" y="752475"/>
            <a:ext cx="668089" cy="219075"/>
          </a:xfrm>
          <a:prstGeom prst="roundRect">
            <a:avLst>
              <a:gd name="adj" fmla="val 26087"/>
            </a:avLst>
          </a:prstGeom>
          <a:solidFill>
            <a:srgbClr val="F5A623">
              <a:alpha val="2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08836" y="790575"/>
            <a:ext cx="5065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11시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352800" y="106680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 개선 계획 파일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2800" y="129718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52800" y="1506736"/>
            <a:ext cx="2438400" cy="198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 생성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방안 + K=5 대안 명시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 4종 (dribbles_pct 등)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352800" y="3590925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F5A62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48050" y="3667125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FW Sil 0.2085 → 0.25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448050" y="3848100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→ +0.03   3.98점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328416" y="414337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96000" y="552450"/>
            <a:ext cx="2781300" cy="3895725"/>
          </a:xfrm>
          <a:prstGeom prst="roundRect">
            <a:avLst>
              <a:gd name="adj" fmla="val 34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15050" y="571500"/>
            <a:ext cx="2743200" cy="28575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67450" y="762000"/>
            <a:ext cx="640259" cy="200025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62700" y="790575"/>
            <a:ext cx="4587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🥉 3순위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8037761" y="752475"/>
            <a:ext cx="668089" cy="219075"/>
          </a:xfrm>
          <a:prstGeom prst="roundRect">
            <a:avLst>
              <a:gd name="adj" fmla="val 26087"/>
            </a:avLst>
          </a:prstGeom>
          <a:solidFill>
            <a:srgbClr val="F5A623">
              <a:alpha val="20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23486" y="790575"/>
            <a:ext cx="5065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11시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267450" y="106680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 최종 완결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7450" y="129718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7450" y="1506736"/>
            <a:ext cx="2438400" cy="198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이내 발표 스크립트 완성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3개 완비 (P1/P7/AUC 대응)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흐름 완성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267450" y="3590925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F5A62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62700" y="3667125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demo_script_draft.md v2.0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362700" y="3848100"/>
            <a:ext cx="2292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→ +0.02   4.00점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243066" y="414337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6700" y="4581525"/>
            <a:ext cx="8610600" cy="561975"/>
          </a:xfrm>
          <a:prstGeom prst="rect">
            <a:avLst/>
          </a:prstGeom>
          <a:solidFill>
            <a:srgbClr val="E9456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66700" y="4586288"/>
            <a:ext cx="86106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4695825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 P7+P1 push 없으면 내일 아침 P6+S1+P8 체인 공식 전환 — P7 장기 과제 분류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4904" y="48958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항목 달성 시: 3.95 → 4.18 (+0.23)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9550"/>
            <a:ext cx="45752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시스템 재설계 논의 개시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470553" y="271463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08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04800" y="609600"/>
            <a:ext cx="2476500" cy="438150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190625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161B22"/>
          </a:solidFill>
          <a:ln w="1333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6877" y="1671638"/>
            <a:ext cx="9123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01264" y="2090738"/>
            <a:ext cx="283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04825" y="2847975"/>
            <a:ext cx="619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21904" y="2847975"/>
            <a:ext cx="1545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29768" y="2847975"/>
            <a:ext cx="1545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4825" y="299085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90850"/>
            <a:ext cx="1640384" cy="76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2963" y="3162300"/>
            <a:ext cx="1428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 (전일 4.05)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825" y="3662362"/>
            <a:ext cx="20764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825" y="3495675"/>
            <a:ext cx="750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16일 연속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66355" y="3495675"/>
            <a:ext cx="321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−0.08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4825" y="3862388"/>
            <a:ext cx="20764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825" y="3695700"/>
            <a:ext cx="721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 8일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66355" y="3695700"/>
            <a:ext cx="321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4825" y="3895725"/>
            <a:ext cx="784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8일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66355" y="3895725"/>
            <a:ext cx="321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4825" y="4152900"/>
            <a:ext cx="2076450" cy="257175"/>
          </a:xfrm>
          <a:prstGeom prst="roundRect">
            <a:avLst>
              <a:gd name="adj" fmla="val 22222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0931" y="4210050"/>
            <a:ext cx="1904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 이하 경고 집행 중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009900" y="609600"/>
            <a:ext cx="5829300" cy="1009650"/>
          </a:xfrm>
          <a:prstGeom prst="roundRect">
            <a:avLst>
              <a:gd name="adj" fmla="val 943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52775" y="752475"/>
            <a:ext cx="5654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복원 경로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152775" y="1009650"/>
            <a:ext cx="585639" cy="447675"/>
          </a:xfrm>
          <a:prstGeom prst="roundRect">
            <a:avLst>
              <a:gd name="adj" fmla="val 12766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53789" y="1085850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53789" y="1257300"/>
            <a:ext cx="3836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925639" y="1104900"/>
            <a:ext cx="268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776514" y="1219200"/>
            <a:ext cx="561082" cy="190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38129" y="1257300"/>
            <a:ext cx="4464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11시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375696" y="1023938"/>
            <a:ext cx="585639" cy="419100"/>
          </a:xfrm>
          <a:prstGeom prst="roundRect">
            <a:avLst>
              <a:gd name="adj" fmla="val 13636"/>
            </a:avLst>
          </a:prstGeom>
          <a:solidFill>
            <a:srgbClr val="FFD43B">
              <a:alpha val="12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76710" y="1100138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76710" y="1271588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5148560" y="1104900"/>
            <a:ext cx="268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999434" y="1219200"/>
            <a:ext cx="561231" cy="190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73253" y="1257300"/>
            <a:ext cx="421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11시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598765" y="1023938"/>
            <a:ext cx="585639" cy="419100"/>
          </a:xfrm>
          <a:prstGeom prst="roundRect">
            <a:avLst>
              <a:gd name="adj" fmla="val 13636"/>
            </a:avLst>
          </a:prstGeom>
          <a:solidFill>
            <a:srgbClr val="FFD43B">
              <a:alpha val="12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99779" y="1100138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99779" y="1271588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371630" y="1114425"/>
            <a:ext cx="268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222504" y="1228725"/>
            <a:ext cx="561082" cy="19050"/>
          </a:xfrm>
          <a:prstGeom prst="roundRect">
            <a:avLst>
              <a:gd name="adj" fmla="val 5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04508" y="1266825"/>
            <a:ext cx="4050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Actions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821686" y="1023938"/>
            <a:ext cx="585639" cy="419100"/>
          </a:xfrm>
          <a:prstGeom prst="roundRect">
            <a:avLst>
              <a:gd name="adj" fmla="val 13636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922700" y="1100138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22700" y="1271588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7594550" y="1104900"/>
            <a:ext cx="268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75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7445425" y="1219200"/>
            <a:ext cx="561082" cy="19050"/>
          </a:xfrm>
          <a:prstGeom prst="roundRect">
            <a:avLst>
              <a:gd name="adj" fmla="val 5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579965" y="1257300"/>
            <a:ext cx="2976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22시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044607" y="990600"/>
            <a:ext cx="651718" cy="485775"/>
          </a:xfrm>
          <a:prstGeom prst="roundRect">
            <a:avLst>
              <a:gd name="adj" fmla="val 11765"/>
            </a:avLst>
          </a:prstGeom>
          <a:solidFill>
            <a:srgbClr val="38D9A9">
              <a:alpha val="20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154675" y="1076325"/>
            <a:ext cx="431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4.18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154675" y="1266825"/>
            <a:ext cx="431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3009900" y="1733550"/>
            <a:ext cx="5829300" cy="2427089"/>
          </a:xfrm>
          <a:prstGeom prst="roundRect">
            <a:avLst>
              <a:gd name="adj" fmla="val 392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152775" y="1876425"/>
            <a:ext cx="5654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3343275" y="2247900"/>
            <a:ext cx="516255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653730" y="21336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12129" y="2419350"/>
            <a:ext cx="311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3.95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3680591" y="2590800"/>
            <a:ext cx="1748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731841" y="21336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690388" y="2419350"/>
            <a:ext cx="311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4.18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4556041" y="2590800"/>
            <a:ext cx="58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전체 달성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5810101" y="214788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1B22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768648" y="2433638"/>
            <a:ext cx="311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4.24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5609405" y="2605088"/>
            <a:ext cx="6301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 0.25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6888361" y="21336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1B22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846908" y="2419350"/>
            <a:ext cx="311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4.32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6682657" y="2590800"/>
            <a:ext cx="6400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7966621" y="21336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1B22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7925168" y="2419350"/>
            <a:ext cx="3116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7790820" y="2590800"/>
            <a:ext cx="58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3009900" y="4274939"/>
            <a:ext cx="5829300" cy="716161"/>
          </a:xfrm>
          <a:prstGeom prst="roundRect">
            <a:avLst>
              <a:gd name="adj" fmla="val 10640"/>
            </a:avLst>
          </a:prstGeom>
          <a:solidFill>
            <a:srgbClr val="FFD43B">
              <a:alpha val="6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3152775" y="4379714"/>
            <a:ext cx="565442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i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"3.95. 16일입니다. 4.0 이하는 경고가 아니라 분기점입니다. 오늘 P7+P1이 push되면 4.18까지 복원 가능합니다. 안 되면 내일부터 P6+S1+P8 체인으로 방향을 전환합니다."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3041904" y="4752975"/>
            <a:ext cx="5654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095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190500"/>
            <a:ext cx="4953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16개 페이지 / 9개 즉시 활용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08653" y="252413"/>
            <a:ext cx="376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08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66700" y="571500"/>
            <a:ext cx="2066925" cy="695325"/>
          </a:xfrm>
          <a:prstGeom prst="roundRect">
            <a:avLst>
              <a:gd name="adj" fmla="val 1095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1763" y="676275"/>
            <a:ext cx="181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1763" y="1019175"/>
            <a:ext cx="1816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47925" y="571500"/>
            <a:ext cx="2066925" cy="695325"/>
          </a:xfrm>
          <a:prstGeom prst="roundRect">
            <a:avLst>
              <a:gd name="adj" fmla="val 10959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2988" y="676275"/>
            <a:ext cx="181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72988" y="1019175"/>
            <a:ext cx="1816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29150" y="571500"/>
            <a:ext cx="2066925" cy="695325"/>
          </a:xfrm>
          <a:prstGeom prst="roundRect">
            <a:avLst>
              <a:gd name="adj" fmla="val 10959"/>
            </a:avLst>
          </a:prstGeom>
          <a:solidFill>
            <a:srgbClr val="FFD43B">
              <a:alpha val="8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4213" y="676275"/>
            <a:ext cx="181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213" y="1019175"/>
            <a:ext cx="1816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P1+P7 달성 시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810375" y="571500"/>
            <a:ext cx="2066925" cy="695325"/>
          </a:xfrm>
          <a:prstGeom prst="roundRect">
            <a:avLst>
              <a:gd name="adj" fmla="val 10959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35438" y="676275"/>
            <a:ext cx="181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35438" y="1019175"/>
            <a:ext cx="1816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 (P1, P7)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6700" y="140017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475" y="1905000"/>
            <a:ext cx="249287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1924050"/>
            <a:ext cx="1376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6962" y="1861245"/>
            <a:ext cx="82263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96962" y="1986855"/>
            <a:ext cx="8226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✅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28850" y="140017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33625" y="1905000"/>
            <a:ext cx="250478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90775" y="1924050"/>
            <a:ext cx="138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60303" y="1861245"/>
            <a:ext cx="114081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660303" y="1986855"/>
            <a:ext cx="11408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✅✅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91000" y="140017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95775" y="1905000"/>
            <a:ext cx="250478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52925" y="1924050"/>
            <a:ext cx="138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22453" y="1861245"/>
            <a:ext cx="67856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22453" y="1986855"/>
            <a:ext cx="6785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✅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6700" y="2628900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71475" y="3133725"/>
            <a:ext cx="249287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8625" y="3152775"/>
            <a:ext cx="1376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6962" y="3089970"/>
            <a:ext cx="89230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96962" y="3215580"/>
            <a:ext cx="8923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0.8915 ✅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228850" y="2628900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333625" y="3133725"/>
            <a:ext cx="250478" cy="142875"/>
          </a:xfrm>
          <a:prstGeom prst="roundRect">
            <a:avLst>
              <a:gd name="adj" fmla="val 20000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390775" y="3152775"/>
            <a:ext cx="138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660303" y="3089970"/>
            <a:ext cx="71575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660303" y="3215580"/>
            <a:ext cx="7157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91000" y="2628900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295775" y="3133725"/>
            <a:ext cx="250478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352925" y="3152775"/>
            <a:ext cx="138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22453" y="3089970"/>
            <a:ext cx="78741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622453" y="3215580"/>
            <a:ext cx="7874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✅✅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6700" y="385762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71475" y="4362450"/>
            <a:ext cx="250478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28625" y="4381500"/>
            <a:ext cx="138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8153" y="4318695"/>
            <a:ext cx="75067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698153" y="4444305"/>
            <a:ext cx="7506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 ✅✅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28850" y="385762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333625" y="4362450"/>
            <a:ext cx="249287" cy="142875"/>
          </a:xfrm>
          <a:prstGeom prst="roundRect">
            <a:avLst>
              <a:gd name="adj" fmla="val 20000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390775" y="4381500"/>
            <a:ext cx="1376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59112" y="4318695"/>
            <a:ext cx="82748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2659112" y="4444305"/>
            <a:ext cx="8274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Sil 0.3637 ⚠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191000" y="3857625"/>
            <a:ext cx="1885950" cy="1152525"/>
          </a:xfrm>
          <a:prstGeom prst="roundRect">
            <a:avLst>
              <a:gd name="adj" fmla="val 5785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295775" y="4362450"/>
            <a:ext cx="249287" cy="142875"/>
          </a:xfrm>
          <a:prstGeom prst="roundRect">
            <a:avLst>
              <a:gd name="adj" fmla="val 20000"/>
            </a:avLst>
          </a:prstGeom>
          <a:solidFill>
            <a:srgbClr val="38D9A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352925" y="4381500"/>
            <a:ext cx="1376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21262" y="4318695"/>
            <a:ext cx="72835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하락세 감지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621262" y="4444305"/>
            <a:ext cx="7283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✅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0300" y="1400175"/>
            <a:ext cx="2667000" cy="1000125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334125" y="1524000"/>
            <a:ext cx="2467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APP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34125" y="1685925"/>
            <a:ext cx="24677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675" dirty="0"/>
          </a:p>
        </p:txBody>
      </p:sp>
      <p:sp>
        <p:nvSpPr>
          <p:cNvPr id="65" name="Shape 63"/>
          <p:cNvSpPr/>
          <p:nvPr/>
        </p:nvSpPr>
        <p:spPr>
          <a:xfrm>
            <a:off x="6334125" y="2024063"/>
            <a:ext cx="24193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34125" y="2085975"/>
            <a:ext cx="2467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GitHub: robinho0329/EPL-scouting-report-dashboard-project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6210300" y="2495550"/>
            <a:ext cx="2667000" cy="1209675"/>
          </a:xfrm>
          <a:prstGeom prst="roundRect">
            <a:avLst>
              <a:gd name="adj" fmla="val 6299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334125" y="2619375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오늘 22시 달성 시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34125" y="2809875"/>
            <a:ext cx="24193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4.18로 시작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페이지 즉시 활용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P6+P7+P8 체인 완성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6210300" y="3800475"/>
            <a:ext cx="2667000" cy="1209675"/>
          </a:xfrm>
          <a:prstGeom prst="roundRect">
            <a:avLst>
              <a:gd name="adj" fmla="val 6299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334125" y="3924300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오늘 22시 미달 시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334125" y="4114800"/>
            <a:ext cx="24193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P6+S1+P8 공식 전환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장기 과제 분류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dirty="0">
                <a:solidFill>
                  <a:srgbClr val="F8F9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페이지 유지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2026-05-27T00:41:46Z</dcterms:created>
  <dcterms:modified xsi:type="dcterms:W3CDTF">2026-05-27T00:41:46Z</dcterms:modified>
</cp:coreProperties>
</file>